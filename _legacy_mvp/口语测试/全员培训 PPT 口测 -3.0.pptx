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74" r:id="rId2"/>
    <p:sldId id="336" r:id="rId3"/>
    <p:sldId id="384" r:id="rId4"/>
    <p:sldId id="280" r:id="rId5"/>
    <p:sldId id="378" r:id="rId6"/>
    <p:sldId id="385" r:id="rId7"/>
    <p:sldId id="379" r:id="rId8"/>
    <p:sldId id="386" r:id="rId9"/>
    <p:sldId id="381" r:id="rId10"/>
    <p:sldId id="380" r:id="rId11"/>
    <p:sldId id="382" r:id="rId12"/>
    <p:sldId id="383" r:id="rId13"/>
    <p:sldId id="387" r:id="rId14"/>
    <p:sldId id="389" r:id="rId15"/>
    <p:sldId id="391" r:id="rId16"/>
    <p:sldId id="393" r:id="rId17"/>
    <p:sldId id="392" r:id="rId18"/>
    <p:sldId id="394" r:id="rId19"/>
    <p:sldId id="398" r:id="rId20"/>
    <p:sldId id="395" r:id="rId21"/>
    <p:sldId id="396" r:id="rId22"/>
    <p:sldId id="397" r:id="rId23"/>
    <p:sldId id="388" r:id="rId24"/>
    <p:sldId id="390" r:id="rId25"/>
    <p:sldId id="403" r:id="rId26"/>
    <p:sldId id="399" r:id="rId27"/>
    <p:sldId id="400" r:id="rId28"/>
    <p:sldId id="401" r:id="rId29"/>
    <p:sldId id="404" r:id="rId30"/>
    <p:sldId id="405" r:id="rId31"/>
    <p:sldId id="406" r:id="rId32"/>
    <p:sldId id="407" r:id="rId33"/>
    <p:sldId id="37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9933"/>
    <a:srgbClr val="B56026"/>
    <a:srgbClr val="00BAF5"/>
    <a:srgbClr val="83DCF9"/>
    <a:srgbClr val="575757"/>
    <a:srgbClr val="DAEFC3"/>
    <a:srgbClr val="C9FFDA"/>
    <a:srgbClr val="FFEB00"/>
    <a:srgbClr val="FDE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1" autoAdjust="0"/>
    <p:restoredTop sz="93223" autoAdjust="0"/>
  </p:normalViewPr>
  <p:slideViewPr>
    <p:cSldViewPr snapToGrid="0" showGuides="1">
      <p:cViewPr varScale="1">
        <p:scale>
          <a:sx n="68" d="100"/>
          <a:sy n="68" d="100"/>
        </p:scale>
        <p:origin x="756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285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9CD9F-B9AE-4B60-970F-0451D3B5214E}" type="datetimeFigureOut">
              <a:rPr lang="en-GB" smtClean="0"/>
              <a:t>03/09/2020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E6C46-8E1C-4958-9341-FF76185B2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73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9AC8B-1AE9-4B2B-A084-27CAAF74865A}" type="datetimeFigureOut">
              <a:rPr lang="en-GB" smtClean="0"/>
              <a:t>03/09/2020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B02EC-97C0-4E19-AA45-E904FCC1D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073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问现场老师，有没有做过口测，怎么做的，对你来说口测有什么帮助？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8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为什么称之为高效的沟通理由呢？因为在口测流程里，你即给学院家长做了服务，了解了学习情况，做学习反馈，还可以趁机做学习规划和推单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377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462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84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要各个级别的？有！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098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要阶段性的？有！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68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只要具体某个</a:t>
            </a:r>
            <a:r>
              <a:rPr lang="en-US" altLang="zh-CN" dirty="0" smtClean="0"/>
              <a:t>level</a:t>
            </a:r>
            <a:r>
              <a:rPr lang="zh-CN" altLang="en-US" dirty="0" smtClean="0"/>
              <a:t>的？满足你的一切需要！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294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不知道说什么？言之无物？看这里！看这里！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859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不知道说什么？言之无物？看这里！看这里！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50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73D68-52F0-4ED3-93A8-E17EC27F67F9}" type="datetime1">
              <a:rPr lang="en-GB" smtClean="0"/>
              <a:t>03/09/2020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1812-CA6E-4CF7-A597-B03BE0D22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592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43B72-3FCA-4AD8-B6B5-A518A157FF60}" type="datetime1">
              <a:rPr lang="en-GB" smtClean="0"/>
              <a:t>03/09/2020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1812-CA6E-4CF7-A597-B03BE0D22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5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C59F5-2207-4C0B-A3CC-301E20D5FE29}" type="datetime1">
              <a:rPr lang="en-GB" smtClean="0"/>
              <a:t>03/09/2020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1812-CA6E-4CF7-A597-B03BE0D22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94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1FA4A-85AD-4F08-8976-EACEDDDBF1A9}" type="datetime1">
              <a:rPr lang="en-GB" smtClean="0"/>
              <a:t>03/09/2020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1812-CA6E-4CF7-A597-B03BE0D22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93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34DB8-07A8-4FE2-AAAF-918548C7F29D}" type="datetime1">
              <a:rPr lang="en-GB" smtClean="0"/>
              <a:t>03/09/2020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1812-CA6E-4CF7-A597-B03BE0D22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8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8370" y="126928"/>
            <a:ext cx="9930230" cy="112605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42778" y="1126050"/>
            <a:ext cx="11106443" cy="0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49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35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8370" y="126928"/>
            <a:ext cx="9041230" cy="1126050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0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pattFill prst="lgGrid">
          <a:fgClr>
            <a:srgbClr val="DAEFC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90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F9FB-7CDE-416C-839A-5E04051A542C}" type="datetime1">
              <a:rPr lang="en-GB" smtClean="0"/>
              <a:t>03/09/2020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1812-CA6E-4CF7-A597-B03BE0D22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93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E088E-CFDD-4C8B-80F9-DF63D212092D}" type="datetime1">
              <a:rPr lang="en-GB" smtClean="0"/>
              <a:t>03/09/2020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1812-CA6E-4CF7-A597-B03BE0D22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63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7EEE5-FD50-4F03-8D15-A287B8F0869C}" type="datetime1">
              <a:rPr lang="en-GB" smtClean="0"/>
              <a:t>03/09/2020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81812-CA6E-4CF7-A597-B03BE0D22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33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800" y="-3733800"/>
            <a:ext cx="14325600" cy="143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5290" y="1543868"/>
            <a:ext cx="12192000" cy="3770263"/>
          </a:xfrm>
          <a:prstGeom prst="rect">
            <a:avLst/>
          </a:prstGeom>
          <a:solidFill>
            <a:schemeClr val="bg1">
              <a:alpha val="43137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39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18"/>
          <p:cNvSpPr txBox="1"/>
          <p:nvPr/>
        </p:nvSpPr>
        <p:spPr>
          <a:xfrm>
            <a:off x="4129665" y="2632535"/>
            <a:ext cx="379430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Oral Test</a:t>
            </a:r>
          </a:p>
          <a:p>
            <a:pPr algn="ctr"/>
            <a:r>
              <a:rPr lang="zh-CN" altLang="en-US" sz="6600" b="1" dirty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口语测试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chemeClr val="tx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86217" y="2595580"/>
            <a:ext cx="379430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Oral Test</a:t>
            </a:r>
          </a:p>
          <a:p>
            <a:pPr algn="ctr"/>
            <a:r>
              <a:rPr lang="zh-CN" altLang="en-US" sz="6600" b="1" dirty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口语测试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2" r="15926"/>
          <a:stretch/>
        </p:blipFill>
        <p:spPr>
          <a:xfrm>
            <a:off x="5943030" y="1637997"/>
            <a:ext cx="968596" cy="143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8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7" dur="6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 nodePh="1">
                                  <p:stCondLst>
                                    <p:cond delay="11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4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718581" y="846973"/>
            <a:ext cx="6780455" cy="5187394"/>
            <a:chOff x="669096" y="1252978"/>
            <a:chExt cx="3510756" cy="5187394"/>
          </a:xfrm>
        </p:grpSpPr>
        <p:grpSp>
          <p:nvGrpSpPr>
            <p:cNvPr id="4" name="Group 3"/>
            <p:cNvGrpSpPr/>
            <p:nvPr/>
          </p:nvGrpSpPr>
          <p:grpSpPr>
            <a:xfrm>
              <a:off x="669096" y="1252978"/>
              <a:ext cx="3510756" cy="5187394"/>
              <a:chOff x="1912729" y="1458758"/>
              <a:chExt cx="3510756" cy="5187394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1972256" y="1458758"/>
                <a:ext cx="292103" cy="5187394"/>
                <a:chOff x="1374772" y="1213680"/>
                <a:chExt cx="274322" cy="5187394"/>
              </a:xfrm>
            </p:grpSpPr>
            <p:sp>
              <p:nvSpPr>
                <p:cNvPr id="22" name="Pentagon 21"/>
                <p:cNvSpPr/>
                <p:nvPr/>
              </p:nvSpPr>
              <p:spPr>
                <a:xfrm rot="5400000">
                  <a:off x="1103752" y="5857228"/>
                  <a:ext cx="814866" cy="272825"/>
                </a:xfrm>
                <a:prstGeom prst="homePlate">
                  <a:avLst>
                    <a:gd name="adj" fmla="val 281623"/>
                  </a:avLst>
                </a:prstGeom>
                <a:gradFill flip="none" rotWithShape="1">
                  <a:gsLst>
                    <a:gs pos="100000">
                      <a:srgbClr val="B88954"/>
                    </a:gs>
                    <a:gs pos="0">
                      <a:srgbClr val="E1C9AF"/>
                    </a:gs>
                  </a:gsLst>
                  <a:lin ang="5400000" scaled="1"/>
                  <a:tileRect/>
                </a:gradFill>
                <a:ln w="31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Rectangle 5"/>
                <p:cNvSpPr/>
                <p:nvPr/>
              </p:nvSpPr>
              <p:spPr>
                <a:xfrm>
                  <a:off x="1374774" y="2007666"/>
                  <a:ext cx="273845" cy="3776859"/>
                </a:xfrm>
                <a:custGeom>
                  <a:avLst/>
                  <a:gdLst>
                    <a:gd name="connsiteX0" fmla="*/ 0 w 272825"/>
                    <a:gd name="connsiteY0" fmla="*/ 0 h 3776662"/>
                    <a:gd name="connsiteX1" fmla="*/ 272825 w 272825"/>
                    <a:gd name="connsiteY1" fmla="*/ 0 h 3776662"/>
                    <a:gd name="connsiteX2" fmla="*/ 272825 w 272825"/>
                    <a:gd name="connsiteY2" fmla="*/ 3776662 h 3776662"/>
                    <a:gd name="connsiteX3" fmla="*/ 0 w 272825"/>
                    <a:gd name="connsiteY3" fmla="*/ 3776662 h 3776662"/>
                    <a:gd name="connsiteX4" fmla="*/ 0 w 272825"/>
                    <a:gd name="connsiteY4" fmla="*/ 0 h 3776662"/>
                    <a:gd name="connsiteX0" fmla="*/ 0 w 272825"/>
                    <a:gd name="connsiteY0" fmla="*/ 0 h 3776662"/>
                    <a:gd name="connsiteX1" fmla="*/ 272825 w 272825"/>
                    <a:gd name="connsiteY1" fmla="*/ 0 h 3776662"/>
                    <a:gd name="connsiteX2" fmla="*/ 272825 w 272825"/>
                    <a:gd name="connsiteY2" fmla="*/ 3776662 h 3776662"/>
                    <a:gd name="connsiteX3" fmla="*/ 0 w 272825"/>
                    <a:gd name="connsiteY3" fmla="*/ 3776662 h 3776662"/>
                    <a:gd name="connsiteX4" fmla="*/ 1 w 272825"/>
                    <a:gd name="connsiteY4" fmla="*/ 3609974 h 3776662"/>
                    <a:gd name="connsiteX5" fmla="*/ 0 w 272825"/>
                    <a:gd name="connsiteY5" fmla="*/ 0 h 3776662"/>
                    <a:gd name="connsiteX0" fmla="*/ 0 w 272825"/>
                    <a:gd name="connsiteY0" fmla="*/ 0 h 3776662"/>
                    <a:gd name="connsiteX1" fmla="*/ 272825 w 272825"/>
                    <a:gd name="connsiteY1" fmla="*/ 0 h 3776662"/>
                    <a:gd name="connsiteX2" fmla="*/ 272825 w 272825"/>
                    <a:gd name="connsiteY2" fmla="*/ 3776662 h 3776662"/>
                    <a:gd name="connsiteX3" fmla="*/ 57151 w 272825"/>
                    <a:gd name="connsiteY3" fmla="*/ 3776661 h 3776662"/>
                    <a:gd name="connsiteX4" fmla="*/ 0 w 272825"/>
                    <a:gd name="connsiteY4" fmla="*/ 3776662 h 3776662"/>
                    <a:gd name="connsiteX5" fmla="*/ 1 w 272825"/>
                    <a:gd name="connsiteY5" fmla="*/ 3609974 h 3776662"/>
                    <a:gd name="connsiteX6" fmla="*/ 0 w 272825"/>
                    <a:gd name="connsiteY6" fmla="*/ 0 h 3776662"/>
                    <a:gd name="connsiteX0" fmla="*/ 0 w 272825"/>
                    <a:gd name="connsiteY0" fmla="*/ 0 h 3776662"/>
                    <a:gd name="connsiteX1" fmla="*/ 272825 w 272825"/>
                    <a:gd name="connsiteY1" fmla="*/ 0 h 3776662"/>
                    <a:gd name="connsiteX2" fmla="*/ 272825 w 272825"/>
                    <a:gd name="connsiteY2" fmla="*/ 3776662 h 3776662"/>
                    <a:gd name="connsiteX3" fmla="*/ 166689 w 272825"/>
                    <a:gd name="connsiteY3" fmla="*/ 3776661 h 3776662"/>
                    <a:gd name="connsiteX4" fmla="*/ 57151 w 272825"/>
                    <a:gd name="connsiteY4" fmla="*/ 3776661 h 3776662"/>
                    <a:gd name="connsiteX5" fmla="*/ 0 w 272825"/>
                    <a:gd name="connsiteY5" fmla="*/ 3776662 h 3776662"/>
                    <a:gd name="connsiteX6" fmla="*/ 1 w 272825"/>
                    <a:gd name="connsiteY6" fmla="*/ 3609974 h 3776662"/>
                    <a:gd name="connsiteX7" fmla="*/ 0 w 272825"/>
                    <a:gd name="connsiteY7" fmla="*/ 0 h 3776662"/>
                    <a:gd name="connsiteX0" fmla="*/ 0 w 272825"/>
                    <a:gd name="connsiteY0" fmla="*/ 0 h 3776662"/>
                    <a:gd name="connsiteX1" fmla="*/ 272825 w 272825"/>
                    <a:gd name="connsiteY1" fmla="*/ 0 h 3776662"/>
                    <a:gd name="connsiteX2" fmla="*/ 272825 w 272825"/>
                    <a:gd name="connsiteY2" fmla="*/ 3776662 h 3776662"/>
                    <a:gd name="connsiteX3" fmla="*/ 166689 w 272825"/>
                    <a:gd name="connsiteY3" fmla="*/ 3776661 h 3776662"/>
                    <a:gd name="connsiteX4" fmla="*/ 107157 w 272825"/>
                    <a:gd name="connsiteY4" fmla="*/ 3774280 h 3776662"/>
                    <a:gd name="connsiteX5" fmla="*/ 57151 w 272825"/>
                    <a:gd name="connsiteY5" fmla="*/ 3776661 h 3776662"/>
                    <a:gd name="connsiteX6" fmla="*/ 0 w 272825"/>
                    <a:gd name="connsiteY6" fmla="*/ 3776662 h 3776662"/>
                    <a:gd name="connsiteX7" fmla="*/ 1 w 272825"/>
                    <a:gd name="connsiteY7" fmla="*/ 3609974 h 3776662"/>
                    <a:gd name="connsiteX8" fmla="*/ 0 w 272825"/>
                    <a:gd name="connsiteY8" fmla="*/ 0 h 3776662"/>
                    <a:gd name="connsiteX0" fmla="*/ 0 w 272825"/>
                    <a:gd name="connsiteY0" fmla="*/ 0 h 3776662"/>
                    <a:gd name="connsiteX1" fmla="*/ 272825 w 272825"/>
                    <a:gd name="connsiteY1" fmla="*/ 0 h 3776662"/>
                    <a:gd name="connsiteX2" fmla="*/ 272825 w 272825"/>
                    <a:gd name="connsiteY2" fmla="*/ 3776662 h 3776662"/>
                    <a:gd name="connsiteX3" fmla="*/ 221457 w 272825"/>
                    <a:gd name="connsiteY3" fmla="*/ 3774280 h 3776662"/>
                    <a:gd name="connsiteX4" fmla="*/ 166689 w 272825"/>
                    <a:gd name="connsiteY4" fmla="*/ 3776661 h 3776662"/>
                    <a:gd name="connsiteX5" fmla="*/ 107157 w 272825"/>
                    <a:gd name="connsiteY5" fmla="*/ 3774280 h 3776662"/>
                    <a:gd name="connsiteX6" fmla="*/ 57151 w 272825"/>
                    <a:gd name="connsiteY6" fmla="*/ 3776661 h 3776662"/>
                    <a:gd name="connsiteX7" fmla="*/ 0 w 272825"/>
                    <a:gd name="connsiteY7" fmla="*/ 3776662 h 3776662"/>
                    <a:gd name="connsiteX8" fmla="*/ 1 w 272825"/>
                    <a:gd name="connsiteY8" fmla="*/ 3609974 h 3776662"/>
                    <a:gd name="connsiteX9" fmla="*/ 0 w 272825"/>
                    <a:gd name="connsiteY9" fmla="*/ 0 h 3776662"/>
                    <a:gd name="connsiteX0" fmla="*/ 0 w 272825"/>
                    <a:gd name="connsiteY0" fmla="*/ 0 h 3776662"/>
                    <a:gd name="connsiteX1" fmla="*/ 272825 w 272825"/>
                    <a:gd name="connsiteY1" fmla="*/ 0 h 3776662"/>
                    <a:gd name="connsiteX2" fmla="*/ 272825 w 272825"/>
                    <a:gd name="connsiteY2" fmla="*/ 3776662 h 3776662"/>
                    <a:gd name="connsiteX3" fmla="*/ 252414 w 272825"/>
                    <a:gd name="connsiteY3" fmla="*/ 3776661 h 3776662"/>
                    <a:gd name="connsiteX4" fmla="*/ 221457 w 272825"/>
                    <a:gd name="connsiteY4" fmla="*/ 3774280 h 3776662"/>
                    <a:gd name="connsiteX5" fmla="*/ 166689 w 272825"/>
                    <a:gd name="connsiteY5" fmla="*/ 3776661 h 3776662"/>
                    <a:gd name="connsiteX6" fmla="*/ 107157 w 272825"/>
                    <a:gd name="connsiteY6" fmla="*/ 3774280 h 3776662"/>
                    <a:gd name="connsiteX7" fmla="*/ 57151 w 272825"/>
                    <a:gd name="connsiteY7" fmla="*/ 3776661 h 3776662"/>
                    <a:gd name="connsiteX8" fmla="*/ 0 w 272825"/>
                    <a:gd name="connsiteY8" fmla="*/ 3776662 h 3776662"/>
                    <a:gd name="connsiteX9" fmla="*/ 1 w 272825"/>
                    <a:gd name="connsiteY9" fmla="*/ 3609974 h 3776662"/>
                    <a:gd name="connsiteX10" fmla="*/ 0 w 272825"/>
                    <a:gd name="connsiteY10" fmla="*/ 0 h 3776662"/>
                    <a:gd name="connsiteX0" fmla="*/ 0 w 273845"/>
                    <a:gd name="connsiteY0" fmla="*/ 0 h 3776662"/>
                    <a:gd name="connsiteX1" fmla="*/ 272825 w 273845"/>
                    <a:gd name="connsiteY1" fmla="*/ 0 h 3776662"/>
                    <a:gd name="connsiteX2" fmla="*/ 273845 w 273845"/>
                    <a:gd name="connsiteY2" fmla="*/ 3581399 h 3776662"/>
                    <a:gd name="connsiteX3" fmla="*/ 272825 w 273845"/>
                    <a:gd name="connsiteY3" fmla="*/ 3776662 h 3776662"/>
                    <a:gd name="connsiteX4" fmla="*/ 252414 w 273845"/>
                    <a:gd name="connsiteY4" fmla="*/ 3776661 h 3776662"/>
                    <a:gd name="connsiteX5" fmla="*/ 221457 w 273845"/>
                    <a:gd name="connsiteY5" fmla="*/ 3774280 h 3776662"/>
                    <a:gd name="connsiteX6" fmla="*/ 166689 w 273845"/>
                    <a:gd name="connsiteY6" fmla="*/ 3776661 h 3776662"/>
                    <a:gd name="connsiteX7" fmla="*/ 107157 w 273845"/>
                    <a:gd name="connsiteY7" fmla="*/ 3774280 h 3776662"/>
                    <a:gd name="connsiteX8" fmla="*/ 57151 w 273845"/>
                    <a:gd name="connsiteY8" fmla="*/ 3776661 h 3776662"/>
                    <a:gd name="connsiteX9" fmla="*/ 0 w 273845"/>
                    <a:gd name="connsiteY9" fmla="*/ 3776662 h 3776662"/>
                    <a:gd name="connsiteX10" fmla="*/ 1 w 273845"/>
                    <a:gd name="connsiteY10" fmla="*/ 3609974 h 3776662"/>
                    <a:gd name="connsiteX11" fmla="*/ 0 w 273845"/>
                    <a:gd name="connsiteY11" fmla="*/ 0 h 3776662"/>
                    <a:gd name="connsiteX0" fmla="*/ 0 w 273845"/>
                    <a:gd name="connsiteY0" fmla="*/ 0 h 3776662"/>
                    <a:gd name="connsiteX1" fmla="*/ 272825 w 273845"/>
                    <a:gd name="connsiteY1" fmla="*/ 0 h 3776662"/>
                    <a:gd name="connsiteX2" fmla="*/ 273845 w 273845"/>
                    <a:gd name="connsiteY2" fmla="*/ 3581399 h 3776662"/>
                    <a:gd name="connsiteX3" fmla="*/ 252414 w 273845"/>
                    <a:gd name="connsiteY3" fmla="*/ 3776661 h 3776662"/>
                    <a:gd name="connsiteX4" fmla="*/ 221457 w 273845"/>
                    <a:gd name="connsiteY4" fmla="*/ 3774280 h 3776662"/>
                    <a:gd name="connsiteX5" fmla="*/ 166689 w 273845"/>
                    <a:gd name="connsiteY5" fmla="*/ 3776661 h 3776662"/>
                    <a:gd name="connsiteX6" fmla="*/ 107157 w 273845"/>
                    <a:gd name="connsiteY6" fmla="*/ 3774280 h 3776662"/>
                    <a:gd name="connsiteX7" fmla="*/ 57151 w 273845"/>
                    <a:gd name="connsiteY7" fmla="*/ 3776661 h 3776662"/>
                    <a:gd name="connsiteX8" fmla="*/ 0 w 273845"/>
                    <a:gd name="connsiteY8" fmla="*/ 3776662 h 3776662"/>
                    <a:gd name="connsiteX9" fmla="*/ 1 w 273845"/>
                    <a:gd name="connsiteY9" fmla="*/ 3609974 h 3776662"/>
                    <a:gd name="connsiteX10" fmla="*/ 0 w 273845"/>
                    <a:gd name="connsiteY10" fmla="*/ 0 h 3776662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52414 w 273845"/>
                    <a:gd name="connsiteY3" fmla="*/ 3776661 h 3776661"/>
                    <a:gd name="connsiteX4" fmla="*/ 221457 w 273845"/>
                    <a:gd name="connsiteY4" fmla="*/ 3774280 h 3776661"/>
                    <a:gd name="connsiteX5" fmla="*/ 166689 w 273845"/>
                    <a:gd name="connsiteY5" fmla="*/ 3776661 h 3776661"/>
                    <a:gd name="connsiteX6" fmla="*/ 107157 w 273845"/>
                    <a:gd name="connsiteY6" fmla="*/ 3774280 h 3776661"/>
                    <a:gd name="connsiteX7" fmla="*/ 57151 w 273845"/>
                    <a:gd name="connsiteY7" fmla="*/ 3776661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52414 w 273845"/>
                    <a:gd name="connsiteY3" fmla="*/ 3776661 h 3776661"/>
                    <a:gd name="connsiteX4" fmla="*/ 221457 w 273845"/>
                    <a:gd name="connsiteY4" fmla="*/ 3774280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76661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52414 w 273845"/>
                    <a:gd name="connsiteY3" fmla="*/ 3776661 h 3776661"/>
                    <a:gd name="connsiteX4" fmla="*/ 221457 w 273845"/>
                    <a:gd name="connsiteY4" fmla="*/ 3774280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52414 w 273845"/>
                    <a:gd name="connsiteY3" fmla="*/ 3776661 h 3776661"/>
                    <a:gd name="connsiteX4" fmla="*/ 228601 w 273845"/>
                    <a:gd name="connsiteY4" fmla="*/ 3629023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50032 w 273845"/>
                    <a:gd name="connsiteY3" fmla="*/ 3695699 h 3776661"/>
                    <a:gd name="connsiteX4" fmla="*/ 228601 w 273845"/>
                    <a:gd name="connsiteY4" fmla="*/ 3629023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47651 w 273845"/>
                    <a:gd name="connsiteY3" fmla="*/ 3702843 h 3776661"/>
                    <a:gd name="connsiteX4" fmla="*/ 228601 w 273845"/>
                    <a:gd name="connsiteY4" fmla="*/ 3629023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47651 w 273845"/>
                    <a:gd name="connsiteY3" fmla="*/ 3702843 h 3776661"/>
                    <a:gd name="connsiteX4" fmla="*/ 228601 w 273845"/>
                    <a:gd name="connsiteY4" fmla="*/ 3629023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47651 w 273845"/>
                    <a:gd name="connsiteY3" fmla="*/ 3702843 h 3776661"/>
                    <a:gd name="connsiteX4" fmla="*/ 228601 w 273845"/>
                    <a:gd name="connsiteY4" fmla="*/ 3629023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47651 w 273845"/>
                    <a:gd name="connsiteY3" fmla="*/ 3702843 h 3776661"/>
                    <a:gd name="connsiteX4" fmla="*/ 228601 w 273845"/>
                    <a:gd name="connsiteY4" fmla="*/ 3629023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47651 w 273845"/>
                    <a:gd name="connsiteY3" fmla="*/ 3702843 h 3776661"/>
                    <a:gd name="connsiteX4" fmla="*/ 228601 w 273845"/>
                    <a:gd name="connsiteY4" fmla="*/ 3629023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661"/>
                    <a:gd name="connsiteX1" fmla="*/ 272825 w 273845"/>
                    <a:gd name="connsiteY1" fmla="*/ 0 h 3776661"/>
                    <a:gd name="connsiteX2" fmla="*/ 273845 w 273845"/>
                    <a:gd name="connsiteY2" fmla="*/ 3581399 h 3776661"/>
                    <a:gd name="connsiteX3" fmla="*/ 247651 w 273845"/>
                    <a:gd name="connsiteY3" fmla="*/ 3702843 h 3776661"/>
                    <a:gd name="connsiteX4" fmla="*/ 228601 w 273845"/>
                    <a:gd name="connsiteY4" fmla="*/ 3629023 h 3776661"/>
                    <a:gd name="connsiteX5" fmla="*/ 166689 w 273845"/>
                    <a:gd name="connsiteY5" fmla="*/ 3776661 h 3776661"/>
                    <a:gd name="connsiteX6" fmla="*/ 104776 w 273845"/>
                    <a:gd name="connsiteY6" fmla="*/ 3664743 h 3776661"/>
                    <a:gd name="connsiteX7" fmla="*/ 57151 w 273845"/>
                    <a:gd name="connsiteY7" fmla="*/ 3750467 h 3776661"/>
                    <a:gd name="connsiteX8" fmla="*/ 1 w 273845"/>
                    <a:gd name="connsiteY8" fmla="*/ 3609974 h 3776661"/>
                    <a:gd name="connsiteX9" fmla="*/ 0 w 273845"/>
                    <a:gd name="connsiteY9" fmla="*/ 0 h 3776661"/>
                    <a:gd name="connsiteX0" fmla="*/ 0 w 273845"/>
                    <a:gd name="connsiteY0" fmla="*/ 0 h 3776887"/>
                    <a:gd name="connsiteX1" fmla="*/ 272825 w 273845"/>
                    <a:gd name="connsiteY1" fmla="*/ 0 h 3776887"/>
                    <a:gd name="connsiteX2" fmla="*/ 273845 w 273845"/>
                    <a:gd name="connsiteY2" fmla="*/ 3581399 h 3776887"/>
                    <a:gd name="connsiteX3" fmla="*/ 247651 w 273845"/>
                    <a:gd name="connsiteY3" fmla="*/ 3702843 h 3776887"/>
                    <a:gd name="connsiteX4" fmla="*/ 228601 w 273845"/>
                    <a:gd name="connsiteY4" fmla="*/ 3629023 h 3776887"/>
                    <a:gd name="connsiteX5" fmla="*/ 166689 w 273845"/>
                    <a:gd name="connsiteY5" fmla="*/ 3776661 h 3776887"/>
                    <a:gd name="connsiteX6" fmla="*/ 104776 w 273845"/>
                    <a:gd name="connsiteY6" fmla="*/ 3664743 h 3776887"/>
                    <a:gd name="connsiteX7" fmla="*/ 57151 w 273845"/>
                    <a:gd name="connsiteY7" fmla="*/ 3750467 h 3776887"/>
                    <a:gd name="connsiteX8" fmla="*/ 1 w 273845"/>
                    <a:gd name="connsiteY8" fmla="*/ 3609974 h 3776887"/>
                    <a:gd name="connsiteX9" fmla="*/ 0 w 273845"/>
                    <a:gd name="connsiteY9" fmla="*/ 0 h 3776887"/>
                    <a:gd name="connsiteX0" fmla="*/ 0 w 273845"/>
                    <a:gd name="connsiteY0" fmla="*/ 0 h 3776887"/>
                    <a:gd name="connsiteX1" fmla="*/ 272825 w 273845"/>
                    <a:gd name="connsiteY1" fmla="*/ 0 h 3776887"/>
                    <a:gd name="connsiteX2" fmla="*/ 273845 w 273845"/>
                    <a:gd name="connsiteY2" fmla="*/ 3581399 h 3776887"/>
                    <a:gd name="connsiteX3" fmla="*/ 247651 w 273845"/>
                    <a:gd name="connsiteY3" fmla="*/ 3702843 h 3776887"/>
                    <a:gd name="connsiteX4" fmla="*/ 228601 w 273845"/>
                    <a:gd name="connsiteY4" fmla="*/ 3629023 h 3776887"/>
                    <a:gd name="connsiteX5" fmla="*/ 166689 w 273845"/>
                    <a:gd name="connsiteY5" fmla="*/ 3776661 h 3776887"/>
                    <a:gd name="connsiteX6" fmla="*/ 104776 w 273845"/>
                    <a:gd name="connsiteY6" fmla="*/ 3664743 h 3776887"/>
                    <a:gd name="connsiteX7" fmla="*/ 57151 w 273845"/>
                    <a:gd name="connsiteY7" fmla="*/ 3750467 h 3776887"/>
                    <a:gd name="connsiteX8" fmla="*/ 1 w 273845"/>
                    <a:gd name="connsiteY8" fmla="*/ 3609974 h 3776887"/>
                    <a:gd name="connsiteX9" fmla="*/ 0 w 273845"/>
                    <a:gd name="connsiteY9" fmla="*/ 0 h 3776887"/>
                    <a:gd name="connsiteX0" fmla="*/ 0 w 273845"/>
                    <a:gd name="connsiteY0" fmla="*/ 0 h 3776887"/>
                    <a:gd name="connsiteX1" fmla="*/ 272825 w 273845"/>
                    <a:gd name="connsiteY1" fmla="*/ 0 h 3776887"/>
                    <a:gd name="connsiteX2" fmla="*/ 273845 w 273845"/>
                    <a:gd name="connsiteY2" fmla="*/ 3581399 h 3776887"/>
                    <a:gd name="connsiteX3" fmla="*/ 247651 w 273845"/>
                    <a:gd name="connsiteY3" fmla="*/ 3702843 h 3776887"/>
                    <a:gd name="connsiteX4" fmla="*/ 228601 w 273845"/>
                    <a:gd name="connsiteY4" fmla="*/ 3629023 h 3776887"/>
                    <a:gd name="connsiteX5" fmla="*/ 166689 w 273845"/>
                    <a:gd name="connsiteY5" fmla="*/ 3776661 h 3776887"/>
                    <a:gd name="connsiteX6" fmla="*/ 104776 w 273845"/>
                    <a:gd name="connsiteY6" fmla="*/ 3664743 h 3776887"/>
                    <a:gd name="connsiteX7" fmla="*/ 57151 w 273845"/>
                    <a:gd name="connsiteY7" fmla="*/ 3750467 h 3776887"/>
                    <a:gd name="connsiteX8" fmla="*/ 1 w 273845"/>
                    <a:gd name="connsiteY8" fmla="*/ 3609974 h 3776887"/>
                    <a:gd name="connsiteX9" fmla="*/ 0 w 273845"/>
                    <a:gd name="connsiteY9" fmla="*/ 0 h 3776887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7651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7651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94"/>
                    <a:gd name="connsiteY0" fmla="*/ 0 h 3776859"/>
                    <a:gd name="connsiteX1" fmla="*/ 272825 w 273894"/>
                    <a:gd name="connsiteY1" fmla="*/ 0 h 3776859"/>
                    <a:gd name="connsiteX2" fmla="*/ 273845 w 273894"/>
                    <a:gd name="connsiteY2" fmla="*/ 3581399 h 3776859"/>
                    <a:gd name="connsiteX3" fmla="*/ 247651 w 273894"/>
                    <a:gd name="connsiteY3" fmla="*/ 3702843 h 3776859"/>
                    <a:gd name="connsiteX4" fmla="*/ 223839 w 273894"/>
                    <a:gd name="connsiteY4" fmla="*/ 3631404 h 3776859"/>
                    <a:gd name="connsiteX5" fmla="*/ 166689 w 273894"/>
                    <a:gd name="connsiteY5" fmla="*/ 3776661 h 3776859"/>
                    <a:gd name="connsiteX6" fmla="*/ 104776 w 273894"/>
                    <a:gd name="connsiteY6" fmla="*/ 3664743 h 3776859"/>
                    <a:gd name="connsiteX7" fmla="*/ 57151 w 273894"/>
                    <a:gd name="connsiteY7" fmla="*/ 3750467 h 3776859"/>
                    <a:gd name="connsiteX8" fmla="*/ 1 w 273894"/>
                    <a:gd name="connsiteY8" fmla="*/ 3609974 h 3776859"/>
                    <a:gd name="connsiteX9" fmla="*/ 0 w 273894"/>
                    <a:gd name="connsiteY9" fmla="*/ 0 h 3776859"/>
                    <a:gd name="connsiteX0" fmla="*/ 0 w 273894"/>
                    <a:gd name="connsiteY0" fmla="*/ 0 h 3776859"/>
                    <a:gd name="connsiteX1" fmla="*/ 272825 w 273894"/>
                    <a:gd name="connsiteY1" fmla="*/ 0 h 3776859"/>
                    <a:gd name="connsiteX2" fmla="*/ 273845 w 273894"/>
                    <a:gd name="connsiteY2" fmla="*/ 3581399 h 3776859"/>
                    <a:gd name="connsiteX3" fmla="*/ 247651 w 273894"/>
                    <a:gd name="connsiteY3" fmla="*/ 3702843 h 3776859"/>
                    <a:gd name="connsiteX4" fmla="*/ 223839 w 273894"/>
                    <a:gd name="connsiteY4" fmla="*/ 3631404 h 3776859"/>
                    <a:gd name="connsiteX5" fmla="*/ 166689 w 273894"/>
                    <a:gd name="connsiteY5" fmla="*/ 3776661 h 3776859"/>
                    <a:gd name="connsiteX6" fmla="*/ 104776 w 273894"/>
                    <a:gd name="connsiteY6" fmla="*/ 3664743 h 3776859"/>
                    <a:gd name="connsiteX7" fmla="*/ 57151 w 273894"/>
                    <a:gd name="connsiteY7" fmla="*/ 3750467 h 3776859"/>
                    <a:gd name="connsiteX8" fmla="*/ 1 w 273894"/>
                    <a:gd name="connsiteY8" fmla="*/ 3609974 h 3776859"/>
                    <a:gd name="connsiteX9" fmla="*/ 0 w 273894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7651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52414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52414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5270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5270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5270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5270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5270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5270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5270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  <a:gd name="connsiteX0" fmla="*/ 0 w 273845"/>
                    <a:gd name="connsiteY0" fmla="*/ 0 h 3776859"/>
                    <a:gd name="connsiteX1" fmla="*/ 272825 w 273845"/>
                    <a:gd name="connsiteY1" fmla="*/ 0 h 3776859"/>
                    <a:gd name="connsiteX2" fmla="*/ 273845 w 273845"/>
                    <a:gd name="connsiteY2" fmla="*/ 3581399 h 3776859"/>
                    <a:gd name="connsiteX3" fmla="*/ 245270 w 273845"/>
                    <a:gd name="connsiteY3" fmla="*/ 3702843 h 3776859"/>
                    <a:gd name="connsiteX4" fmla="*/ 223839 w 273845"/>
                    <a:gd name="connsiteY4" fmla="*/ 3631404 h 3776859"/>
                    <a:gd name="connsiteX5" fmla="*/ 166689 w 273845"/>
                    <a:gd name="connsiteY5" fmla="*/ 3776661 h 3776859"/>
                    <a:gd name="connsiteX6" fmla="*/ 104776 w 273845"/>
                    <a:gd name="connsiteY6" fmla="*/ 3664743 h 3776859"/>
                    <a:gd name="connsiteX7" fmla="*/ 57151 w 273845"/>
                    <a:gd name="connsiteY7" fmla="*/ 3750467 h 3776859"/>
                    <a:gd name="connsiteX8" fmla="*/ 1 w 273845"/>
                    <a:gd name="connsiteY8" fmla="*/ 3609974 h 3776859"/>
                    <a:gd name="connsiteX9" fmla="*/ 0 w 273845"/>
                    <a:gd name="connsiteY9" fmla="*/ 0 h 3776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3845" h="3776859">
                      <a:moveTo>
                        <a:pt x="0" y="0"/>
                      </a:moveTo>
                      <a:lnTo>
                        <a:pt x="272825" y="0"/>
                      </a:lnTo>
                      <a:lnTo>
                        <a:pt x="273845" y="3581399"/>
                      </a:lnTo>
                      <a:cubicBezTo>
                        <a:pt x="269876" y="3659980"/>
                        <a:pt x="258763" y="3688555"/>
                        <a:pt x="245270" y="3702843"/>
                      </a:cubicBezTo>
                      <a:cubicBezTo>
                        <a:pt x="228204" y="3675061"/>
                        <a:pt x="236936" y="3619101"/>
                        <a:pt x="223839" y="3631404"/>
                      </a:cubicBezTo>
                      <a:cubicBezTo>
                        <a:pt x="210742" y="3643707"/>
                        <a:pt x="186533" y="3771105"/>
                        <a:pt x="166689" y="3776661"/>
                      </a:cubicBezTo>
                      <a:cubicBezTo>
                        <a:pt x="146845" y="3782217"/>
                        <a:pt x="123032" y="3669109"/>
                        <a:pt x="104776" y="3664743"/>
                      </a:cubicBezTo>
                      <a:cubicBezTo>
                        <a:pt x="86520" y="3660377"/>
                        <a:pt x="74614" y="3759595"/>
                        <a:pt x="57151" y="3750467"/>
                      </a:cubicBezTo>
                      <a:cubicBezTo>
                        <a:pt x="28576" y="3725068"/>
                        <a:pt x="9527" y="3661568"/>
                        <a:pt x="1" y="3609974"/>
                      </a:cubicBezTo>
                      <a:cubicBezTo>
                        <a:pt x="1" y="2406649"/>
                        <a:pt x="0" y="1203325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 w="31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1374774" y="1417118"/>
                  <a:ext cx="272825" cy="59055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27000">
                      <a:srgbClr val="F2F2F2">
                        <a:lumMod val="0"/>
                        <a:lumOff val="100000"/>
                      </a:srgb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10800000" scaled="1"/>
                  <a:tileRect/>
                </a:gradFill>
                <a:ln w="31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1404710" y="1213680"/>
                  <a:ext cx="212954" cy="203438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 w="31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Freeform 25"/>
                <p:cNvSpPr/>
                <p:nvPr/>
              </p:nvSpPr>
              <p:spPr>
                <a:xfrm rot="5400000">
                  <a:off x="1396885" y="6250198"/>
                  <a:ext cx="228600" cy="73152"/>
                </a:xfrm>
                <a:custGeom>
                  <a:avLst/>
                  <a:gdLst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  <a:gd name="connsiteX0" fmla="*/ 0 w 226544"/>
                    <a:gd name="connsiteY0" fmla="*/ 35306 h 70612"/>
                    <a:gd name="connsiteX1" fmla="*/ 27685 w 226544"/>
                    <a:gd name="connsiteY1" fmla="*/ 0 h 70612"/>
                    <a:gd name="connsiteX2" fmla="*/ 226544 w 226544"/>
                    <a:gd name="connsiteY2" fmla="*/ 35306 h 70612"/>
                    <a:gd name="connsiteX3" fmla="*/ 27685 w 226544"/>
                    <a:gd name="connsiteY3" fmla="*/ 70612 h 70612"/>
                    <a:gd name="connsiteX4" fmla="*/ 0 w 226544"/>
                    <a:gd name="connsiteY4" fmla="*/ 35306 h 70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6544" h="70612">
                      <a:moveTo>
                        <a:pt x="0" y="35306"/>
                      </a:moveTo>
                      <a:cubicBezTo>
                        <a:pt x="1521" y="15316"/>
                        <a:pt x="12805" y="4576"/>
                        <a:pt x="27685" y="0"/>
                      </a:cubicBezTo>
                      <a:lnTo>
                        <a:pt x="226544" y="35306"/>
                      </a:lnTo>
                      <a:lnTo>
                        <a:pt x="27685" y="70612"/>
                      </a:lnTo>
                      <a:cubicBezTo>
                        <a:pt x="11264" y="65009"/>
                        <a:pt x="1007" y="52726"/>
                        <a:pt x="0" y="35306"/>
                      </a:cubicBezTo>
                      <a:close/>
                    </a:path>
                  </a:pathLst>
                </a:custGeom>
                <a:solidFill>
                  <a:srgbClr val="4C504C"/>
                </a:solidFill>
                <a:ln w="317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1374774" y="1486648"/>
                  <a:ext cx="274320" cy="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1374774" y="1562425"/>
                  <a:ext cx="274320" cy="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1374774" y="1638202"/>
                  <a:ext cx="274320" cy="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>
                  <a:off x="1374774" y="1713979"/>
                  <a:ext cx="274320" cy="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1374774" y="1789756"/>
                  <a:ext cx="274320" cy="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1374774" y="1865533"/>
                  <a:ext cx="274320" cy="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1374774" y="1941308"/>
                  <a:ext cx="274320" cy="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Trapezoid 5"/>
              <p:cNvSpPr/>
              <p:nvPr/>
            </p:nvSpPr>
            <p:spPr>
              <a:xfrm rot="16200000">
                <a:off x="1594832" y="5341831"/>
                <a:ext cx="695326" cy="59529"/>
              </a:xfrm>
              <a:prstGeom prst="trapezoid">
                <a:avLst>
                  <a:gd name="adj" fmla="val 69837"/>
                </a:avLst>
              </a:prstGeom>
              <a:solidFill>
                <a:schemeClr val="accent2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Trapezoid 6"/>
              <p:cNvSpPr/>
              <p:nvPr/>
            </p:nvSpPr>
            <p:spPr>
              <a:xfrm rot="16200000">
                <a:off x="1594832" y="4439533"/>
                <a:ext cx="695326" cy="59529"/>
              </a:xfrm>
              <a:prstGeom prst="trapezoid">
                <a:avLst>
                  <a:gd name="adj" fmla="val 69837"/>
                </a:avLst>
              </a:prstGeom>
              <a:solidFill>
                <a:schemeClr val="accent5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Trapezoid 7"/>
              <p:cNvSpPr/>
              <p:nvPr/>
            </p:nvSpPr>
            <p:spPr>
              <a:xfrm rot="16200000">
                <a:off x="1594832" y="3537234"/>
                <a:ext cx="695326" cy="59529"/>
              </a:xfrm>
              <a:prstGeom prst="trapezoid">
                <a:avLst>
                  <a:gd name="adj" fmla="val 69837"/>
                </a:avLst>
              </a:prstGeom>
              <a:solidFill>
                <a:schemeClr val="accent4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Trapezoid 8"/>
              <p:cNvSpPr/>
              <p:nvPr/>
            </p:nvSpPr>
            <p:spPr>
              <a:xfrm rot="16200000">
                <a:off x="1594832" y="2634935"/>
                <a:ext cx="695326" cy="59529"/>
              </a:xfrm>
              <a:prstGeom prst="trapezoid">
                <a:avLst>
                  <a:gd name="adj" fmla="val 69837"/>
                </a:avLst>
              </a:prstGeom>
              <a:solidFill>
                <a:schemeClr val="accent3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Pentagon 9"/>
              <p:cNvSpPr/>
              <p:nvPr/>
            </p:nvSpPr>
            <p:spPr>
              <a:xfrm>
                <a:off x="1912729" y="2359899"/>
                <a:ext cx="3510756" cy="607219"/>
              </a:xfrm>
              <a:prstGeom prst="homePlate">
                <a:avLst>
                  <a:gd name="adj" fmla="val 36274"/>
                </a:avLst>
              </a:prstGeom>
              <a:solidFill>
                <a:srgbClr val="0099FF"/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Pentagon 10"/>
              <p:cNvSpPr/>
              <p:nvPr/>
            </p:nvSpPr>
            <p:spPr>
              <a:xfrm>
                <a:off x="1912729" y="3027064"/>
                <a:ext cx="3510756" cy="607219"/>
              </a:xfrm>
              <a:prstGeom prst="homePlate">
                <a:avLst>
                  <a:gd name="adj" fmla="val 36274"/>
                </a:avLst>
              </a:prstGeom>
              <a:solidFill>
                <a:srgbClr val="FF9933"/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Pentagon 11"/>
              <p:cNvSpPr/>
              <p:nvPr/>
            </p:nvSpPr>
            <p:spPr>
              <a:xfrm>
                <a:off x="1912729" y="3708115"/>
                <a:ext cx="3510756" cy="607219"/>
              </a:xfrm>
              <a:prstGeom prst="homePlate">
                <a:avLst>
                  <a:gd name="adj" fmla="val 36274"/>
                </a:avLst>
              </a:prstGeom>
              <a:solidFill>
                <a:srgbClr val="0099FF"/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5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Pentagon 12"/>
              <p:cNvSpPr/>
              <p:nvPr/>
            </p:nvSpPr>
            <p:spPr>
              <a:xfrm>
                <a:off x="1912729" y="4389166"/>
                <a:ext cx="3510756" cy="607219"/>
              </a:xfrm>
              <a:prstGeom prst="homePlate">
                <a:avLst>
                  <a:gd name="adj" fmla="val 36274"/>
                </a:avLst>
              </a:prstGeom>
              <a:solidFill>
                <a:srgbClr val="FF9933"/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Box 38"/>
              <p:cNvSpPr txBox="1"/>
              <p:nvPr/>
            </p:nvSpPr>
            <p:spPr>
              <a:xfrm>
                <a:off x="1972257" y="2401395"/>
                <a:ext cx="199365" cy="52322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191"/>
              <p:cNvSpPr txBox="1"/>
              <p:nvPr/>
            </p:nvSpPr>
            <p:spPr>
              <a:xfrm>
                <a:off x="1972257" y="3055667"/>
                <a:ext cx="199365" cy="52322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7" name="TextBox 192"/>
              <p:cNvSpPr txBox="1"/>
              <p:nvPr/>
            </p:nvSpPr>
            <p:spPr>
              <a:xfrm>
                <a:off x="1972257" y="3736885"/>
                <a:ext cx="199365" cy="52322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38" name="TextBox 193"/>
              <p:cNvSpPr txBox="1"/>
              <p:nvPr/>
            </p:nvSpPr>
            <p:spPr>
              <a:xfrm>
                <a:off x="1972257" y="4444231"/>
                <a:ext cx="199365" cy="52322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</p:grpSp>
        <p:sp>
          <p:nvSpPr>
            <p:cNvPr id="65" name="Pentagon 12"/>
            <p:cNvSpPr/>
            <p:nvPr/>
          </p:nvSpPr>
          <p:spPr>
            <a:xfrm>
              <a:off x="669096" y="4874944"/>
              <a:ext cx="3510756" cy="607219"/>
            </a:xfrm>
            <a:prstGeom prst="homePlate">
              <a:avLst>
                <a:gd name="adj" fmla="val 36274"/>
              </a:avLst>
            </a:prstGeom>
            <a:solidFill>
              <a:srgbClr val="0099FF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TextBox 193"/>
            <p:cNvSpPr txBox="1"/>
            <p:nvPr/>
          </p:nvSpPr>
          <p:spPr>
            <a:xfrm>
              <a:off x="728624" y="4930009"/>
              <a:ext cx="199365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67" name="Rectangle 1113"/>
          <p:cNvSpPr/>
          <p:nvPr/>
        </p:nvSpPr>
        <p:spPr>
          <a:xfrm>
            <a:off x="6426985" y="1814894"/>
            <a:ext cx="44458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口测是怎么回事？</a:t>
            </a:r>
          </a:p>
        </p:txBody>
      </p:sp>
      <p:sp>
        <p:nvSpPr>
          <p:cNvPr id="68" name="Rectangle 1131"/>
          <p:cNvSpPr/>
          <p:nvPr/>
        </p:nvSpPr>
        <p:spPr>
          <a:xfrm>
            <a:off x="6414973" y="3858270"/>
            <a:ext cx="4626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口测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需要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做什么？</a:t>
            </a:r>
            <a:endParaRPr lang="en-GB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9" name="Rectangle 1134"/>
          <p:cNvSpPr/>
          <p:nvPr/>
        </p:nvSpPr>
        <p:spPr>
          <a:xfrm>
            <a:off x="6409096" y="2501661"/>
            <a:ext cx="49459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口测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前需要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做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什么？</a:t>
            </a:r>
            <a:endParaRPr lang="en-GB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0" name="Rectangle 1137"/>
          <p:cNvSpPr/>
          <p:nvPr/>
        </p:nvSpPr>
        <p:spPr>
          <a:xfrm>
            <a:off x="6409096" y="4562604"/>
            <a:ext cx="5089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口测必备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工具</a:t>
            </a:r>
            <a:endParaRPr lang="en-GB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1" name="Rectangle 1140"/>
          <p:cNvSpPr/>
          <p:nvPr/>
        </p:nvSpPr>
        <p:spPr>
          <a:xfrm>
            <a:off x="6409096" y="3177219"/>
            <a:ext cx="43993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怎么做一场口测？</a:t>
            </a:r>
            <a:endParaRPr lang="en-GB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2" name="Freeform 1106"/>
          <p:cNvSpPr>
            <a:spLocks noEditPoints="1"/>
          </p:cNvSpPr>
          <p:nvPr/>
        </p:nvSpPr>
        <p:spPr bwMode="auto">
          <a:xfrm>
            <a:off x="5717211" y="3223410"/>
            <a:ext cx="379941" cy="434520"/>
          </a:xfrm>
          <a:custGeom>
            <a:avLst/>
            <a:gdLst>
              <a:gd name="T0" fmla="*/ 50 w 84"/>
              <a:gd name="T1" fmla="*/ 92 h 96"/>
              <a:gd name="T2" fmla="*/ 57 w 84"/>
              <a:gd name="T3" fmla="*/ 81 h 96"/>
              <a:gd name="T4" fmla="*/ 56 w 84"/>
              <a:gd name="T5" fmla="*/ 75 h 96"/>
              <a:gd name="T6" fmla="*/ 43 w 84"/>
              <a:gd name="T7" fmla="*/ 63 h 96"/>
              <a:gd name="T8" fmla="*/ 38 w 84"/>
              <a:gd name="T9" fmla="*/ 62 h 96"/>
              <a:gd name="T10" fmla="*/ 30 w 84"/>
              <a:gd name="T11" fmla="*/ 67 h 96"/>
              <a:gd name="T12" fmla="*/ 17 w 84"/>
              <a:gd name="T13" fmla="*/ 35 h 96"/>
              <a:gd name="T14" fmla="*/ 26 w 84"/>
              <a:gd name="T15" fmla="*/ 31 h 96"/>
              <a:gd name="T16" fmla="*/ 27 w 84"/>
              <a:gd name="T17" fmla="*/ 25 h 96"/>
              <a:gd name="T18" fmla="*/ 22 w 84"/>
              <a:gd name="T19" fmla="*/ 8 h 96"/>
              <a:gd name="T20" fmla="*/ 18 w 84"/>
              <a:gd name="T21" fmla="*/ 4 h 96"/>
              <a:gd name="T22" fmla="*/ 4 w 84"/>
              <a:gd name="T23" fmla="*/ 6 h 96"/>
              <a:gd name="T24" fmla="*/ 0 w 84"/>
              <a:gd name="T25" fmla="*/ 10 h 96"/>
              <a:gd name="T26" fmla="*/ 43 w 84"/>
              <a:gd name="T27" fmla="*/ 94 h 96"/>
              <a:gd name="T28" fmla="*/ 50 w 84"/>
              <a:gd name="T29" fmla="*/ 92 h 96"/>
              <a:gd name="T30" fmla="*/ 45 w 84"/>
              <a:gd name="T31" fmla="*/ 53 h 96"/>
              <a:gd name="T32" fmla="*/ 32 w 84"/>
              <a:gd name="T33" fmla="*/ 53 h 96"/>
              <a:gd name="T34" fmla="*/ 32 w 84"/>
              <a:gd name="T35" fmla="*/ 50 h 96"/>
              <a:gd name="T36" fmla="*/ 40 w 84"/>
              <a:gd name="T37" fmla="*/ 38 h 96"/>
              <a:gd name="T38" fmla="*/ 42 w 84"/>
              <a:gd name="T39" fmla="*/ 32 h 96"/>
              <a:gd name="T40" fmla="*/ 41 w 84"/>
              <a:gd name="T41" fmla="*/ 30 h 96"/>
              <a:gd name="T42" fmla="*/ 40 w 84"/>
              <a:gd name="T43" fmla="*/ 31 h 96"/>
              <a:gd name="T44" fmla="*/ 39 w 84"/>
              <a:gd name="T45" fmla="*/ 36 h 96"/>
              <a:gd name="T46" fmla="*/ 34 w 84"/>
              <a:gd name="T47" fmla="*/ 36 h 96"/>
              <a:gd name="T48" fmla="*/ 34 w 84"/>
              <a:gd name="T49" fmla="*/ 31 h 96"/>
              <a:gd name="T50" fmla="*/ 42 w 84"/>
              <a:gd name="T51" fmla="*/ 26 h 96"/>
              <a:gd name="T52" fmla="*/ 47 w 84"/>
              <a:gd name="T53" fmla="*/ 28 h 96"/>
              <a:gd name="T54" fmla="*/ 47 w 84"/>
              <a:gd name="T55" fmla="*/ 34 h 96"/>
              <a:gd name="T56" fmla="*/ 47 w 84"/>
              <a:gd name="T57" fmla="*/ 37 h 96"/>
              <a:gd name="T58" fmla="*/ 38 w 84"/>
              <a:gd name="T59" fmla="*/ 50 h 96"/>
              <a:gd name="T60" fmla="*/ 46 w 84"/>
              <a:gd name="T61" fmla="*/ 50 h 96"/>
              <a:gd name="T62" fmla="*/ 45 w 84"/>
              <a:gd name="T63" fmla="*/ 53 h 96"/>
              <a:gd name="T64" fmla="*/ 63 w 84"/>
              <a:gd name="T65" fmla="*/ 50 h 96"/>
              <a:gd name="T66" fmla="*/ 60 w 84"/>
              <a:gd name="T67" fmla="*/ 50 h 96"/>
              <a:gd name="T68" fmla="*/ 60 w 84"/>
              <a:gd name="T69" fmla="*/ 53 h 96"/>
              <a:gd name="T70" fmla="*/ 54 w 84"/>
              <a:gd name="T71" fmla="*/ 53 h 96"/>
              <a:gd name="T72" fmla="*/ 54 w 84"/>
              <a:gd name="T73" fmla="*/ 50 h 96"/>
              <a:gd name="T74" fmla="*/ 46 w 84"/>
              <a:gd name="T75" fmla="*/ 50 h 96"/>
              <a:gd name="T76" fmla="*/ 47 w 84"/>
              <a:gd name="T77" fmla="*/ 46 h 96"/>
              <a:gd name="T78" fmla="*/ 55 w 84"/>
              <a:gd name="T79" fmla="*/ 26 h 96"/>
              <a:gd name="T80" fmla="*/ 63 w 84"/>
              <a:gd name="T81" fmla="*/ 26 h 96"/>
              <a:gd name="T82" fmla="*/ 61 w 84"/>
              <a:gd name="T83" fmla="*/ 46 h 96"/>
              <a:gd name="T84" fmla="*/ 63 w 84"/>
              <a:gd name="T85" fmla="*/ 46 h 96"/>
              <a:gd name="T86" fmla="*/ 63 w 84"/>
              <a:gd name="T87" fmla="*/ 50 h 96"/>
              <a:gd name="T88" fmla="*/ 55 w 84"/>
              <a:gd name="T89" fmla="*/ 46 h 96"/>
              <a:gd name="T90" fmla="*/ 52 w 84"/>
              <a:gd name="T91" fmla="*/ 46 h 96"/>
              <a:gd name="T92" fmla="*/ 56 w 84"/>
              <a:gd name="T93" fmla="*/ 35 h 96"/>
              <a:gd name="T94" fmla="*/ 55 w 84"/>
              <a:gd name="T95" fmla="*/ 46 h 96"/>
              <a:gd name="T96" fmla="*/ 43 w 84"/>
              <a:gd name="T97" fmla="*/ 0 h 96"/>
              <a:gd name="T98" fmla="*/ 72 w 84"/>
              <a:gd name="T99" fmla="*/ 12 h 96"/>
              <a:gd name="T100" fmla="*/ 84 w 84"/>
              <a:gd name="T101" fmla="*/ 41 h 96"/>
              <a:gd name="T102" fmla="*/ 72 w 84"/>
              <a:gd name="T103" fmla="*/ 71 h 96"/>
              <a:gd name="T104" fmla="*/ 65 w 84"/>
              <a:gd name="T105" fmla="*/ 76 h 96"/>
              <a:gd name="T106" fmla="*/ 63 w 84"/>
              <a:gd name="T107" fmla="*/ 73 h 96"/>
              <a:gd name="T108" fmla="*/ 59 w 84"/>
              <a:gd name="T109" fmla="*/ 69 h 96"/>
              <a:gd name="T110" fmla="*/ 66 w 84"/>
              <a:gd name="T111" fmla="*/ 64 h 96"/>
              <a:gd name="T112" fmla="*/ 75 w 84"/>
              <a:gd name="T113" fmla="*/ 41 h 96"/>
              <a:gd name="T114" fmla="*/ 66 w 84"/>
              <a:gd name="T115" fmla="*/ 19 h 96"/>
              <a:gd name="T116" fmla="*/ 43 w 84"/>
              <a:gd name="T117" fmla="*/ 10 h 96"/>
              <a:gd name="T118" fmla="*/ 31 w 84"/>
              <a:gd name="T119" fmla="*/ 12 h 96"/>
              <a:gd name="T120" fmla="*/ 29 w 84"/>
              <a:gd name="T121" fmla="*/ 6 h 96"/>
              <a:gd name="T122" fmla="*/ 28 w 84"/>
              <a:gd name="T123" fmla="*/ 3 h 96"/>
              <a:gd name="T124" fmla="*/ 43 w 84"/>
              <a:gd name="T125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4" h="96">
                <a:moveTo>
                  <a:pt x="50" y="92"/>
                </a:moveTo>
                <a:cubicBezTo>
                  <a:pt x="52" y="88"/>
                  <a:pt x="55" y="84"/>
                  <a:pt x="57" y="81"/>
                </a:cubicBezTo>
                <a:cubicBezTo>
                  <a:pt x="58" y="79"/>
                  <a:pt x="58" y="77"/>
                  <a:pt x="56" y="75"/>
                </a:cubicBezTo>
                <a:cubicBezTo>
                  <a:pt x="52" y="71"/>
                  <a:pt x="48" y="67"/>
                  <a:pt x="43" y="63"/>
                </a:cubicBezTo>
                <a:cubicBezTo>
                  <a:pt x="41" y="61"/>
                  <a:pt x="40" y="61"/>
                  <a:pt x="38" y="62"/>
                </a:cubicBezTo>
                <a:cubicBezTo>
                  <a:pt x="35" y="63"/>
                  <a:pt x="33" y="65"/>
                  <a:pt x="30" y="67"/>
                </a:cubicBezTo>
                <a:cubicBezTo>
                  <a:pt x="21" y="53"/>
                  <a:pt x="19" y="45"/>
                  <a:pt x="17" y="35"/>
                </a:cubicBezTo>
                <a:cubicBezTo>
                  <a:pt x="20" y="34"/>
                  <a:pt x="23" y="32"/>
                  <a:pt x="26" y="31"/>
                </a:cubicBezTo>
                <a:cubicBezTo>
                  <a:pt x="27" y="30"/>
                  <a:pt x="28" y="28"/>
                  <a:pt x="27" y="25"/>
                </a:cubicBezTo>
                <a:cubicBezTo>
                  <a:pt x="26" y="20"/>
                  <a:pt x="24" y="14"/>
                  <a:pt x="22" y="8"/>
                </a:cubicBezTo>
                <a:cubicBezTo>
                  <a:pt x="22" y="6"/>
                  <a:pt x="20" y="4"/>
                  <a:pt x="18" y="4"/>
                </a:cubicBezTo>
                <a:cubicBezTo>
                  <a:pt x="14" y="5"/>
                  <a:pt x="9" y="5"/>
                  <a:pt x="4" y="6"/>
                </a:cubicBezTo>
                <a:cubicBezTo>
                  <a:pt x="0" y="6"/>
                  <a:pt x="0" y="7"/>
                  <a:pt x="0" y="10"/>
                </a:cubicBezTo>
                <a:cubicBezTo>
                  <a:pt x="1" y="46"/>
                  <a:pt x="15" y="78"/>
                  <a:pt x="43" y="94"/>
                </a:cubicBezTo>
                <a:cubicBezTo>
                  <a:pt x="46" y="96"/>
                  <a:pt x="47" y="96"/>
                  <a:pt x="50" y="92"/>
                </a:cubicBezTo>
                <a:close/>
                <a:moveTo>
                  <a:pt x="45" y="53"/>
                </a:moveTo>
                <a:cubicBezTo>
                  <a:pt x="32" y="53"/>
                  <a:pt x="32" y="53"/>
                  <a:pt x="32" y="53"/>
                </a:cubicBezTo>
                <a:cubicBezTo>
                  <a:pt x="32" y="50"/>
                  <a:pt x="32" y="50"/>
                  <a:pt x="32" y="50"/>
                </a:cubicBezTo>
                <a:cubicBezTo>
                  <a:pt x="40" y="38"/>
                  <a:pt x="40" y="38"/>
                  <a:pt x="40" y="38"/>
                </a:cubicBezTo>
                <a:cubicBezTo>
                  <a:pt x="41" y="36"/>
                  <a:pt x="42" y="34"/>
                  <a:pt x="42" y="32"/>
                </a:cubicBezTo>
                <a:cubicBezTo>
                  <a:pt x="42" y="31"/>
                  <a:pt x="42" y="30"/>
                  <a:pt x="41" y="30"/>
                </a:cubicBezTo>
                <a:cubicBezTo>
                  <a:pt x="40" y="30"/>
                  <a:pt x="40" y="31"/>
                  <a:pt x="40" y="31"/>
                </a:cubicBezTo>
                <a:cubicBezTo>
                  <a:pt x="39" y="36"/>
                  <a:pt x="39" y="36"/>
                  <a:pt x="39" y="36"/>
                </a:cubicBezTo>
                <a:cubicBezTo>
                  <a:pt x="34" y="36"/>
                  <a:pt x="34" y="36"/>
                  <a:pt x="34" y="36"/>
                </a:cubicBezTo>
                <a:cubicBezTo>
                  <a:pt x="34" y="31"/>
                  <a:pt x="34" y="31"/>
                  <a:pt x="34" y="31"/>
                </a:cubicBezTo>
                <a:cubicBezTo>
                  <a:pt x="35" y="28"/>
                  <a:pt x="37" y="26"/>
                  <a:pt x="42" y="26"/>
                </a:cubicBezTo>
                <a:cubicBezTo>
                  <a:pt x="44" y="26"/>
                  <a:pt x="46" y="27"/>
                  <a:pt x="47" y="28"/>
                </a:cubicBezTo>
                <a:cubicBezTo>
                  <a:pt x="48" y="29"/>
                  <a:pt x="48" y="31"/>
                  <a:pt x="47" y="34"/>
                </a:cubicBezTo>
                <a:cubicBezTo>
                  <a:pt x="47" y="35"/>
                  <a:pt x="47" y="36"/>
                  <a:pt x="47" y="37"/>
                </a:cubicBezTo>
                <a:cubicBezTo>
                  <a:pt x="38" y="50"/>
                  <a:pt x="38" y="50"/>
                  <a:pt x="38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5" y="53"/>
                  <a:pt x="45" y="53"/>
                  <a:pt x="45" y="53"/>
                </a:cubicBezTo>
                <a:close/>
                <a:moveTo>
                  <a:pt x="63" y="50"/>
                </a:moveTo>
                <a:cubicBezTo>
                  <a:pt x="60" y="50"/>
                  <a:pt x="60" y="50"/>
                  <a:pt x="60" y="50"/>
                </a:cubicBezTo>
                <a:cubicBezTo>
                  <a:pt x="60" y="53"/>
                  <a:pt x="60" y="53"/>
                  <a:pt x="60" y="53"/>
                </a:cubicBezTo>
                <a:cubicBezTo>
                  <a:pt x="54" y="53"/>
                  <a:pt x="54" y="53"/>
                  <a:pt x="54" y="53"/>
                </a:cubicBezTo>
                <a:cubicBezTo>
                  <a:pt x="54" y="50"/>
                  <a:pt x="54" y="50"/>
                  <a:pt x="54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7" y="46"/>
                  <a:pt x="47" y="46"/>
                  <a:pt x="47" y="46"/>
                </a:cubicBezTo>
                <a:cubicBezTo>
                  <a:pt x="55" y="26"/>
                  <a:pt x="55" y="26"/>
                  <a:pt x="55" y="26"/>
                </a:cubicBezTo>
                <a:cubicBezTo>
                  <a:pt x="63" y="26"/>
                  <a:pt x="63" y="26"/>
                  <a:pt x="63" y="26"/>
                </a:cubicBezTo>
                <a:cubicBezTo>
                  <a:pt x="61" y="46"/>
                  <a:pt x="61" y="46"/>
                  <a:pt x="61" y="46"/>
                </a:cubicBezTo>
                <a:cubicBezTo>
                  <a:pt x="63" y="46"/>
                  <a:pt x="63" y="46"/>
                  <a:pt x="63" y="46"/>
                </a:cubicBezTo>
                <a:cubicBezTo>
                  <a:pt x="63" y="50"/>
                  <a:pt x="63" y="50"/>
                  <a:pt x="63" y="50"/>
                </a:cubicBezTo>
                <a:close/>
                <a:moveTo>
                  <a:pt x="55" y="46"/>
                </a:moveTo>
                <a:cubicBezTo>
                  <a:pt x="52" y="46"/>
                  <a:pt x="52" y="46"/>
                  <a:pt x="52" y="46"/>
                </a:cubicBezTo>
                <a:cubicBezTo>
                  <a:pt x="56" y="35"/>
                  <a:pt x="56" y="35"/>
                  <a:pt x="56" y="35"/>
                </a:cubicBezTo>
                <a:cubicBezTo>
                  <a:pt x="55" y="46"/>
                  <a:pt x="55" y="46"/>
                  <a:pt x="55" y="46"/>
                </a:cubicBezTo>
                <a:close/>
                <a:moveTo>
                  <a:pt x="43" y="0"/>
                </a:moveTo>
                <a:cubicBezTo>
                  <a:pt x="54" y="0"/>
                  <a:pt x="65" y="5"/>
                  <a:pt x="72" y="12"/>
                </a:cubicBezTo>
                <a:cubicBezTo>
                  <a:pt x="80" y="20"/>
                  <a:pt x="84" y="30"/>
                  <a:pt x="84" y="41"/>
                </a:cubicBezTo>
                <a:cubicBezTo>
                  <a:pt x="84" y="53"/>
                  <a:pt x="80" y="63"/>
                  <a:pt x="72" y="71"/>
                </a:cubicBezTo>
                <a:cubicBezTo>
                  <a:pt x="70" y="73"/>
                  <a:pt x="68" y="75"/>
                  <a:pt x="65" y="76"/>
                </a:cubicBezTo>
                <a:cubicBezTo>
                  <a:pt x="65" y="75"/>
                  <a:pt x="64" y="74"/>
                  <a:pt x="63" y="73"/>
                </a:cubicBezTo>
                <a:cubicBezTo>
                  <a:pt x="59" y="69"/>
                  <a:pt x="59" y="69"/>
                  <a:pt x="59" y="69"/>
                </a:cubicBezTo>
                <a:cubicBezTo>
                  <a:pt x="61" y="68"/>
                  <a:pt x="64" y="66"/>
                  <a:pt x="66" y="64"/>
                </a:cubicBezTo>
                <a:cubicBezTo>
                  <a:pt x="71" y="58"/>
                  <a:pt x="75" y="50"/>
                  <a:pt x="75" y="41"/>
                </a:cubicBezTo>
                <a:cubicBezTo>
                  <a:pt x="75" y="33"/>
                  <a:pt x="71" y="25"/>
                  <a:pt x="66" y="19"/>
                </a:cubicBezTo>
                <a:cubicBezTo>
                  <a:pt x="60" y="13"/>
                  <a:pt x="52" y="10"/>
                  <a:pt x="43" y="10"/>
                </a:cubicBezTo>
                <a:cubicBezTo>
                  <a:pt x="39" y="10"/>
                  <a:pt x="35" y="11"/>
                  <a:pt x="31" y="12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5"/>
                  <a:pt x="28" y="4"/>
                  <a:pt x="28" y="3"/>
                </a:cubicBezTo>
                <a:cubicBezTo>
                  <a:pt x="33" y="1"/>
                  <a:pt x="38" y="0"/>
                  <a:pt x="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Freeform 1107"/>
          <p:cNvSpPr>
            <a:spLocks noEditPoints="1"/>
          </p:cNvSpPr>
          <p:nvPr/>
        </p:nvSpPr>
        <p:spPr bwMode="auto">
          <a:xfrm>
            <a:off x="5754996" y="2501858"/>
            <a:ext cx="304372" cy="480700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Freeform 1108"/>
          <p:cNvSpPr>
            <a:spLocks noEditPoints="1"/>
          </p:cNvSpPr>
          <p:nvPr/>
        </p:nvSpPr>
        <p:spPr bwMode="auto">
          <a:xfrm>
            <a:off x="5739984" y="1843345"/>
            <a:ext cx="413527" cy="421925"/>
          </a:xfrm>
          <a:custGeom>
            <a:avLst/>
            <a:gdLst>
              <a:gd name="T0" fmla="*/ 87 w 91"/>
              <a:gd name="T1" fmla="*/ 39 h 93"/>
              <a:gd name="T2" fmla="*/ 91 w 91"/>
              <a:gd name="T3" fmla="*/ 46 h 93"/>
              <a:gd name="T4" fmla="*/ 91 w 91"/>
              <a:gd name="T5" fmla="*/ 83 h 93"/>
              <a:gd name="T6" fmla="*/ 81 w 91"/>
              <a:gd name="T7" fmla="*/ 93 h 93"/>
              <a:gd name="T8" fmla="*/ 10 w 91"/>
              <a:gd name="T9" fmla="*/ 93 h 93"/>
              <a:gd name="T10" fmla="*/ 0 w 91"/>
              <a:gd name="T11" fmla="*/ 83 h 93"/>
              <a:gd name="T12" fmla="*/ 0 w 91"/>
              <a:gd name="T13" fmla="*/ 46 h 93"/>
              <a:gd name="T14" fmla="*/ 3 w 91"/>
              <a:gd name="T15" fmla="*/ 40 h 93"/>
              <a:gd name="T16" fmla="*/ 3 w 91"/>
              <a:gd name="T17" fmla="*/ 40 h 93"/>
              <a:gd name="T18" fmla="*/ 3 w 91"/>
              <a:gd name="T19" fmla="*/ 40 h 93"/>
              <a:gd name="T20" fmla="*/ 3 w 91"/>
              <a:gd name="T21" fmla="*/ 39 h 93"/>
              <a:gd name="T22" fmla="*/ 40 w 91"/>
              <a:gd name="T23" fmla="*/ 3 h 93"/>
              <a:gd name="T24" fmla="*/ 51 w 91"/>
              <a:gd name="T25" fmla="*/ 3 h 93"/>
              <a:gd name="T26" fmla="*/ 87 w 91"/>
              <a:gd name="T27" fmla="*/ 39 h 93"/>
              <a:gd name="T28" fmla="*/ 16 w 91"/>
              <a:gd name="T29" fmla="*/ 30 h 93"/>
              <a:gd name="T30" fmla="*/ 16 w 91"/>
              <a:gd name="T31" fmla="*/ 52 h 93"/>
              <a:gd name="T32" fmla="*/ 46 w 91"/>
              <a:gd name="T33" fmla="*/ 75 h 93"/>
              <a:gd name="T34" fmla="*/ 73 w 91"/>
              <a:gd name="T35" fmla="*/ 54 h 93"/>
              <a:gd name="T36" fmla="*/ 73 w 91"/>
              <a:gd name="T37" fmla="*/ 30 h 93"/>
              <a:gd name="T38" fmla="*/ 16 w 91"/>
              <a:gd name="T39" fmla="*/ 30 h 93"/>
              <a:gd name="T40" fmla="*/ 26 w 91"/>
              <a:gd name="T41" fmla="*/ 35 h 93"/>
              <a:gd name="T42" fmla="*/ 26 w 91"/>
              <a:gd name="T43" fmla="*/ 39 h 93"/>
              <a:gd name="T44" fmla="*/ 64 w 91"/>
              <a:gd name="T45" fmla="*/ 39 h 93"/>
              <a:gd name="T46" fmla="*/ 64 w 91"/>
              <a:gd name="T47" fmla="*/ 35 h 93"/>
              <a:gd name="T48" fmla="*/ 26 w 91"/>
              <a:gd name="T49" fmla="*/ 35 h 93"/>
              <a:gd name="T50" fmla="*/ 26 w 91"/>
              <a:gd name="T51" fmla="*/ 51 h 93"/>
              <a:gd name="T52" fmla="*/ 26 w 91"/>
              <a:gd name="T53" fmla="*/ 55 h 93"/>
              <a:gd name="T54" fmla="*/ 64 w 91"/>
              <a:gd name="T55" fmla="*/ 55 h 93"/>
              <a:gd name="T56" fmla="*/ 64 w 91"/>
              <a:gd name="T57" fmla="*/ 51 h 93"/>
              <a:gd name="T58" fmla="*/ 26 w 91"/>
              <a:gd name="T59" fmla="*/ 51 h 93"/>
              <a:gd name="T60" fmla="*/ 26 w 91"/>
              <a:gd name="T61" fmla="*/ 43 h 93"/>
              <a:gd name="T62" fmla="*/ 26 w 91"/>
              <a:gd name="T63" fmla="*/ 47 h 93"/>
              <a:gd name="T64" fmla="*/ 64 w 91"/>
              <a:gd name="T65" fmla="*/ 47 h 93"/>
              <a:gd name="T66" fmla="*/ 64 w 91"/>
              <a:gd name="T67" fmla="*/ 43 h 93"/>
              <a:gd name="T68" fmla="*/ 26 w 91"/>
              <a:gd name="T69" fmla="*/ 43 h 93"/>
              <a:gd name="T70" fmla="*/ 10 w 91"/>
              <a:gd name="T71" fmla="*/ 87 h 93"/>
              <a:gd name="T72" fmla="*/ 28 w 91"/>
              <a:gd name="T73" fmla="*/ 70 h 93"/>
              <a:gd name="T74" fmla="*/ 28 w 91"/>
              <a:gd name="T75" fmla="*/ 67 h 93"/>
              <a:gd name="T76" fmla="*/ 26 w 91"/>
              <a:gd name="T77" fmla="*/ 67 h 93"/>
              <a:gd name="T78" fmla="*/ 8 w 91"/>
              <a:gd name="T79" fmla="*/ 84 h 93"/>
              <a:gd name="T80" fmla="*/ 8 w 91"/>
              <a:gd name="T81" fmla="*/ 87 h 93"/>
              <a:gd name="T82" fmla="*/ 10 w 91"/>
              <a:gd name="T83" fmla="*/ 87 h 93"/>
              <a:gd name="T84" fmla="*/ 85 w 91"/>
              <a:gd name="T85" fmla="*/ 84 h 93"/>
              <a:gd name="T86" fmla="*/ 67 w 91"/>
              <a:gd name="T87" fmla="*/ 67 h 93"/>
              <a:gd name="T88" fmla="*/ 64 w 91"/>
              <a:gd name="T89" fmla="*/ 67 h 93"/>
              <a:gd name="T90" fmla="*/ 64 w 91"/>
              <a:gd name="T91" fmla="*/ 70 h 93"/>
              <a:gd name="T92" fmla="*/ 82 w 91"/>
              <a:gd name="T93" fmla="*/ 87 h 93"/>
              <a:gd name="T94" fmla="*/ 85 w 91"/>
              <a:gd name="T95" fmla="*/ 87 h 93"/>
              <a:gd name="T96" fmla="*/ 85 w 91"/>
              <a:gd name="T97" fmla="*/ 84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1" h="93">
                <a:moveTo>
                  <a:pt x="87" y="39"/>
                </a:moveTo>
                <a:cubicBezTo>
                  <a:pt x="89" y="40"/>
                  <a:pt x="91" y="43"/>
                  <a:pt x="91" y="46"/>
                </a:cubicBezTo>
                <a:cubicBezTo>
                  <a:pt x="91" y="83"/>
                  <a:pt x="91" y="83"/>
                  <a:pt x="91" y="83"/>
                </a:cubicBezTo>
                <a:cubicBezTo>
                  <a:pt x="91" y="89"/>
                  <a:pt x="86" y="93"/>
                  <a:pt x="81" y="93"/>
                </a:cubicBezTo>
                <a:cubicBezTo>
                  <a:pt x="10" y="93"/>
                  <a:pt x="10" y="93"/>
                  <a:pt x="10" y="93"/>
                </a:cubicBezTo>
                <a:cubicBezTo>
                  <a:pt x="5" y="93"/>
                  <a:pt x="0" y="89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39"/>
                </a:cubicBezTo>
                <a:cubicBezTo>
                  <a:pt x="40" y="3"/>
                  <a:pt x="40" y="3"/>
                  <a:pt x="40" y="3"/>
                </a:cubicBezTo>
                <a:cubicBezTo>
                  <a:pt x="43" y="0"/>
                  <a:pt x="47" y="0"/>
                  <a:pt x="51" y="3"/>
                </a:cubicBezTo>
                <a:cubicBezTo>
                  <a:pt x="87" y="39"/>
                  <a:pt x="87" y="39"/>
                  <a:pt x="87" y="39"/>
                </a:cubicBezTo>
                <a:close/>
                <a:moveTo>
                  <a:pt x="16" y="30"/>
                </a:moveTo>
                <a:cubicBezTo>
                  <a:pt x="16" y="52"/>
                  <a:pt x="16" y="52"/>
                  <a:pt x="16" y="52"/>
                </a:cubicBezTo>
                <a:cubicBezTo>
                  <a:pt x="46" y="75"/>
                  <a:pt x="46" y="75"/>
                  <a:pt x="46" y="75"/>
                </a:cubicBezTo>
                <a:cubicBezTo>
                  <a:pt x="73" y="54"/>
                  <a:pt x="73" y="54"/>
                  <a:pt x="73" y="54"/>
                </a:cubicBezTo>
                <a:cubicBezTo>
                  <a:pt x="73" y="30"/>
                  <a:pt x="73" y="30"/>
                  <a:pt x="73" y="30"/>
                </a:cubicBezTo>
                <a:cubicBezTo>
                  <a:pt x="16" y="30"/>
                  <a:pt x="16" y="30"/>
                  <a:pt x="16" y="30"/>
                </a:cubicBezTo>
                <a:close/>
                <a:moveTo>
                  <a:pt x="26" y="35"/>
                </a:moveTo>
                <a:cubicBezTo>
                  <a:pt x="26" y="39"/>
                  <a:pt x="26" y="39"/>
                  <a:pt x="26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35"/>
                  <a:pt x="64" y="35"/>
                  <a:pt x="64" y="35"/>
                </a:cubicBezTo>
                <a:cubicBezTo>
                  <a:pt x="26" y="35"/>
                  <a:pt x="26" y="35"/>
                  <a:pt x="26" y="35"/>
                </a:cubicBezTo>
                <a:close/>
                <a:moveTo>
                  <a:pt x="26" y="51"/>
                </a:moveTo>
                <a:cubicBezTo>
                  <a:pt x="26" y="55"/>
                  <a:pt x="26" y="55"/>
                  <a:pt x="26" y="55"/>
                </a:cubicBezTo>
                <a:cubicBezTo>
                  <a:pt x="64" y="55"/>
                  <a:pt x="64" y="55"/>
                  <a:pt x="64" y="55"/>
                </a:cubicBezTo>
                <a:cubicBezTo>
                  <a:pt x="64" y="51"/>
                  <a:pt x="64" y="51"/>
                  <a:pt x="64" y="51"/>
                </a:cubicBezTo>
                <a:cubicBezTo>
                  <a:pt x="26" y="51"/>
                  <a:pt x="26" y="51"/>
                  <a:pt x="26" y="51"/>
                </a:cubicBezTo>
                <a:close/>
                <a:moveTo>
                  <a:pt x="26" y="43"/>
                </a:moveTo>
                <a:cubicBezTo>
                  <a:pt x="26" y="47"/>
                  <a:pt x="26" y="47"/>
                  <a:pt x="26" y="47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43"/>
                  <a:pt x="64" y="43"/>
                  <a:pt x="64" y="43"/>
                </a:cubicBezTo>
                <a:cubicBezTo>
                  <a:pt x="26" y="43"/>
                  <a:pt x="26" y="43"/>
                  <a:pt x="26" y="43"/>
                </a:cubicBezTo>
                <a:close/>
                <a:moveTo>
                  <a:pt x="10" y="87"/>
                </a:moveTo>
                <a:cubicBezTo>
                  <a:pt x="28" y="70"/>
                  <a:pt x="28" y="70"/>
                  <a:pt x="28" y="70"/>
                </a:cubicBezTo>
                <a:cubicBezTo>
                  <a:pt x="29" y="69"/>
                  <a:pt x="29" y="68"/>
                  <a:pt x="28" y="67"/>
                </a:cubicBezTo>
                <a:cubicBezTo>
                  <a:pt x="28" y="66"/>
                  <a:pt x="27" y="66"/>
                  <a:pt x="26" y="67"/>
                </a:cubicBezTo>
                <a:cubicBezTo>
                  <a:pt x="8" y="84"/>
                  <a:pt x="8" y="84"/>
                  <a:pt x="8" y="84"/>
                </a:cubicBezTo>
                <a:cubicBezTo>
                  <a:pt x="7" y="85"/>
                  <a:pt x="7" y="86"/>
                  <a:pt x="8" y="87"/>
                </a:cubicBezTo>
                <a:cubicBezTo>
                  <a:pt x="8" y="88"/>
                  <a:pt x="10" y="88"/>
                  <a:pt x="10" y="87"/>
                </a:cubicBezTo>
                <a:close/>
                <a:moveTo>
                  <a:pt x="85" y="84"/>
                </a:moveTo>
                <a:cubicBezTo>
                  <a:pt x="67" y="67"/>
                  <a:pt x="67" y="67"/>
                  <a:pt x="67" y="67"/>
                </a:cubicBezTo>
                <a:cubicBezTo>
                  <a:pt x="66" y="66"/>
                  <a:pt x="65" y="66"/>
                  <a:pt x="64" y="67"/>
                </a:cubicBezTo>
                <a:cubicBezTo>
                  <a:pt x="63" y="68"/>
                  <a:pt x="63" y="69"/>
                  <a:pt x="64" y="70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8"/>
                  <a:pt x="84" y="88"/>
                  <a:pt x="85" y="87"/>
                </a:cubicBezTo>
                <a:cubicBezTo>
                  <a:pt x="85" y="86"/>
                  <a:pt x="85" y="85"/>
                  <a:pt x="85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Freeform 1109"/>
          <p:cNvSpPr>
            <a:spLocks noEditPoints="1"/>
          </p:cNvSpPr>
          <p:nvPr/>
        </p:nvSpPr>
        <p:spPr bwMode="auto">
          <a:xfrm>
            <a:off x="5638493" y="4660715"/>
            <a:ext cx="537376" cy="249797"/>
          </a:xfrm>
          <a:custGeom>
            <a:avLst/>
            <a:gdLst>
              <a:gd name="T0" fmla="*/ 49 w 256"/>
              <a:gd name="T1" fmla="*/ 0 h 119"/>
              <a:gd name="T2" fmla="*/ 49 w 256"/>
              <a:gd name="T3" fmla="*/ 0 h 119"/>
              <a:gd name="T4" fmla="*/ 51 w 256"/>
              <a:gd name="T5" fmla="*/ 0 h 119"/>
              <a:gd name="T6" fmla="*/ 51 w 256"/>
              <a:gd name="T7" fmla="*/ 0 h 119"/>
              <a:gd name="T8" fmla="*/ 151 w 256"/>
              <a:gd name="T9" fmla="*/ 0 h 119"/>
              <a:gd name="T10" fmla="*/ 170 w 256"/>
              <a:gd name="T11" fmla="*/ 22 h 119"/>
              <a:gd name="T12" fmla="*/ 215 w 256"/>
              <a:gd name="T13" fmla="*/ 22 h 119"/>
              <a:gd name="T14" fmla="*/ 256 w 256"/>
              <a:gd name="T15" fmla="*/ 67 h 119"/>
              <a:gd name="T16" fmla="*/ 243 w 256"/>
              <a:gd name="T17" fmla="*/ 67 h 119"/>
              <a:gd name="T18" fmla="*/ 243 w 256"/>
              <a:gd name="T19" fmla="*/ 110 h 119"/>
              <a:gd name="T20" fmla="*/ 243 w 256"/>
              <a:gd name="T21" fmla="*/ 119 h 119"/>
              <a:gd name="T22" fmla="*/ 235 w 256"/>
              <a:gd name="T23" fmla="*/ 119 h 119"/>
              <a:gd name="T24" fmla="*/ 17 w 256"/>
              <a:gd name="T25" fmla="*/ 119 h 119"/>
              <a:gd name="T26" fmla="*/ 10 w 256"/>
              <a:gd name="T27" fmla="*/ 119 h 119"/>
              <a:gd name="T28" fmla="*/ 10 w 256"/>
              <a:gd name="T29" fmla="*/ 110 h 119"/>
              <a:gd name="T30" fmla="*/ 10 w 256"/>
              <a:gd name="T31" fmla="*/ 67 h 119"/>
              <a:gd name="T32" fmla="*/ 6 w 256"/>
              <a:gd name="T33" fmla="*/ 67 h 119"/>
              <a:gd name="T34" fmla="*/ 0 w 256"/>
              <a:gd name="T35" fmla="*/ 54 h 119"/>
              <a:gd name="T36" fmla="*/ 49 w 256"/>
              <a:gd name="T37" fmla="*/ 2 h 119"/>
              <a:gd name="T38" fmla="*/ 49 w 256"/>
              <a:gd name="T39" fmla="*/ 0 h 119"/>
              <a:gd name="T40" fmla="*/ 49 w 256"/>
              <a:gd name="T41" fmla="*/ 0 h 119"/>
              <a:gd name="T42" fmla="*/ 204 w 256"/>
              <a:gd name="T43" fmla="*/ 67 h 119"/>
              <a:gd name="T44" fmla="*/ 204 w 256"/>
              <a:gd name="T45" fmla="*/ 89 h 119"/>
              <a:gd name="T46" fmla="*/ 187 w 256"/>
              <a:gd name="T47" fmla="*/ 89 h 119"/>
              <a:gd name="T48" fmla="*/ 187 w 256"/>
              <a:gd name="T49" fmla="*/ 67 h 119"/>
              <a:gd name="T50" fmla="*/ 170 w 256"/>
              <a:gd name="T51" fmla="*/ 67 h 119"/>
              <a:gd name="T52" fmla="*/ 159 w 256"/>
              <a:gd name="T53" fmla="*/ 54 h 119"/>
              <a:gd name="T54" fmla="*/ 97 w 256"/>
              <a:gd name="T55" fmla="*/ 54 h 119"/>
              <a:gd name="T56" fmla="*/ 60 w 256"/>
              <a:gd name="T57" fmla="*/ 13 h 119"/>
              <a:gd name="T58" fmla="*/ 23 w 256"/>
              <a:gd name="T59" fmla="*/ 52 h 119"/>
              <a:gd name="T60" fmla="*/ 26 w 256"/>
              <a:gd name="T61" fmla="*/ 52 h 119"/>
              <a:gd name="T62" fmla="*/ 26 w 256"/>
              <a:gd name="T63" fmla="*/ 60 h 119"/>
              <a:gd name="T64" fmla="*/ 26 w 256"/>
              <a:gd name="T65" fmla="*/ 101 h 119"/>
              <a:gd name="T66" fmla="*/ 101 w 256"/>
              <a:gd name="T67" fmla="*/ 101 h 119"/>
              <a:gd name="T68" fmla="*/ 101 w 256"/>
              <a:gd name="T69" fmla="*/ 63 h 119"/>
              <a:gd name="T70" fmla="*/ 123 w 256"/>
              <a:gd name="T71" fmla="*/ 63 h 119"/>
              <a:gd name="T72" fmla="*/ 123 w 256"/>
              <a:gd name="T73" fmla="*/ 101 h 119"/>
              <a:gd name="T74" fmla="*/ 228 w 256"/>
              <a:gd name="T75" fmla="*/ 101 h 119"/>
              <a:gd name="T76" fmla="*/ 226 w 256"/>
              <a:gd name="T77" fmla="*/ 67 h 119"/>
              <a:gd name="T78" fmla="*/ 204 w 256"/>
              <a:gd name="T79" fmla="*/ 67 h 119"/>
              <a:gd name="T80" fmla="*/ 204 w 256"/>
              <a:gd name="T81" fmla="*/ 67 h 119"/>
              <a:gd name="T82" fmla="*/ 140 w 256"/>
              <a:gd name="T83" fmla="*/ 65 h 119"/>
              <a:gd name="T84" fmla="*/ 140 w 256"/>
              <a:gd name="T85" fmla="*/ 89 h 119"/>
              <a:gd name="T86" fmla="*/ 157 w 256"/>
              <a:gd name="T87" fmla="*/ 89 h 119"/>
              <a:gd name="T88" fmla="*/ 157 w 256"/>
              <a:gd name="T89" fmla="*/ 65 h 119"/>
              <a:gd name="T90" fmla="*/ 140 w 256"/>
              <a:gd name="T91" fmla="*/ 65 h 119"/>
              <a:gd name="T92" fmla="*/ 140 w 256"/>
              <a:gd name="T93" fmla="*/ 65 h 119"/>
              <a:gd name="T94" fmla="*/ 49 w 256"/>
              <a:gd name="T95" fmla="*/ 65 h 119"/>
              <a:gd name="T96" fmla="*/ 49 w 256"/>
              <a:gd name="T97" fmla="*/ 89 h 119"/>
              <a:gd name="T98" fmla="*/ 66 w 256"/>
              <a:gd name="T99" fmla="*/ 89 h 119"/>
              <a:gd name="T100" fmla="*/ 66 w 256"/>
              <a:gd name="T101" fmla="*/ 65 h 119"/>
              <a:gd name="T102" fmla="*/ 49 w 256"/>
              <a:gd name="T103" fmla="*/ 65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56" h="119">
                <a:moveTo>
                  <a:pt x="49" y="0"/>
                </a:moveTo>
                <a:lnTo>
                  <a:pt x="49" y="0"/>
                </a:lnTo>
                <a:lnTo>
                  <a:pt x="51" y="0"/>
                </a:lnTo>
                <a:lnTo>
                  <a:pt x="51" y="0"/>
                </a:lnTo>
                <a:lnTo>
                  <a:pt x="151" y="0"/>
                </a:lnTo>
                <a:lnTo>
                  <a:pt x="170" y="22"/>
                </a:lnTo>
                <a:lnTo>
                  <a:pt x="215" y="22"/>
                </a:lnTo>
                <a:lnTo>
                  <a:pt x="256" y="67"/>
                </a:lnTo>
                <a:lnTo>
                  <a:pt x="243" y="67"/>
                </a:lnTo>
                <a:lnTo>
                  <a:pt x="243" y="110"/>
                </a:lnTo>
                <a:lnTo>
                  <a:pt x="243" y="119"/>
                </a:lnTo>
                <a:lnTo>
                  <a:pt x="235" y="119"/>
                </a:lnTo>
                <a:lnTo>
                  <a:pt x="17" y="119"/>
                </a:lnTo>
                <a:lnTo>
                  <a:pt x="10" y="119"/>
                </a:lnTo>
                <a:lnTo>
                  <a:pt x="10" y="110"/>
                </a:lnTo>
                <a:lnTo>
                  <a:pt x="10" y="67"/>
                </a:lnTo>
                <a:lnTo>
                  <a:pt x="6" y="67"/>
                </a:lnTo>
                <a:lnTo>
                  <a:pt x="0" y="54"/>
                </a:lnTo>
                <a:lnTo>
                  <a:pt x="49" y="2"/>
                </a:lnTo>
                <a:lnTo>
                  <a:pt x="49" y="0"/>
                </a:lnTo>
                <a:lnTo>
                  <a:pt x="49" y="0"/>
                </a:lnTo>
                <a:close/>
                <a:moveTo>
                  <a:pt x="204" y="67"/>
                </a:moveTo>
                <a:lnTo>
                  <a:pt x="204" y="89"/>
                </a:lnTo>
                <a:lnTo>
                  <a:pt x="187" y="89"/>
                </a:lnTo>
                <a:lnTo>
                  <a:pt x="187" y="67"/>
                </a:lnTo>
                <a:lnTo>
                  <a:pt x="170" y="67"/>
                </a:lnTo>
                <a:lnTo>
                  <a:pt x="159" y="54"/>
                </a:lnTo>
                <a:lnTo>
                  <a:pt x="97" y="54"/>
                </a:lnTo>
                <a:lnTo>
                  <a:pt x="60" y="13"/>
                </a:lnTo>
                <a:lnTo>
                  <a:pt x="23" y="52"/>
                </a:lnTo>
                <a:lnTo>
                  <a:pt x="26" y="52"/>
                </a:lnTo>
                <a:lnTo>
                  <a:pt x="26" y="60"/>
                </a:lnTo>
                <a:lnTo>
                  <a:pt x="26" y="101"/>
                </a:lnTo>
                <a:lnTo>
                  <a:pt x="101" y="101"/>
                </a:lnTo>
                <a:lnTo>
                  <a:pt x="101" y="63"/>
                </a:lnTo>
                <a:lnTo>
                  <a:pt x="123" y="63"/>
                </a:lnTo>
                <a:lnTo>
                  <a:pt x="123" y="101"/>
                </a:lnTo>
                <a:lnTo>
                  <a:pt x="228" y="101"/>
                </a:lnTo>
                <a:lnTo>
                  <a:pt x="226" y="67"/>
                </a:lnTo>
                <a:lnTo>
                  <a:pt x="204" y="67"/>
                </a:lnTo>
                <a:lnTo>
                  <a:pt x="204" y="67"/>
                </a:lnTo>
                <a:close/>
                <a:moveTo>
                  <a:pt x="140" y="65"/>
                </a:moveTo>
                <a:lnTo>
                  <a:pt x="140" y="89"/>
                </a:lnTo>
                <a:lnTo>
                  <a:pt x="157" y="89"/>
                </a:lnTo>
                <a:lnTo>
                  <a:pt x="157" y="65"/>
                </a:lnTo>
                <a:lnTo>
                  <a:pt x="140" y="65"/>
                </a:lnTo>
                <a:lnTo>
                  <a:pt x="140" y="65"/>
                </a:lnTo>
                <a:close/>
                <a:moveTo>
                  <a:pt x="49" y="65"/>
                </a:moveTo>
                <a:lnTo>
                  <a:pt x="49" y="89"/>
                </a:lnTo>
                <a:lnTo>
                  <a:pt x="66" y="89"/>
                </a:lnTo>
                <a:lnTo>
                  <a:pt x="66" y="65"/>
                </a:lnTo>
                <a:lnTo>
                  <a:pt x="49" y="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Freeform 1110"/>
          <p:cNvSpPr>
            <a:spLocks noEditPoints="1"/>
          </p:cNvSpPr>
          <p:nvPr/>
        </p:nvSpPr>
        <p:spPr bwMode="auto">
          <a:xfrm>
            <a:off x="5702901" y="3858643"/>
            <a:ext cx="418579" cy="487412"/>
          </a:xfrm>
          <a:custGeom>
            <a:avLst/>
            <a:gdLst>
              <a:gd name="T0" fmla="*/ 233 w 233"/>
              <a:gd name="T1" fmla="*/ 118 h 271"/>
              <a:gd name="T2" fmla="*/ 205 w 233"/>
              <a:gd name="T3" fmla="*/ 262 h 271"/>
              <a:gd name="T4" fmla="*/ 200 w 233"/>
              <a:gd name="T5" fmla="*/ 271 h 271"/>
              <a:gd name="T6" fmla="*/ 175 w 233"/>
              <a:gd name="T7" fmla="*/ 262 h 271"/>
              <a:gd name="T8" fmla="*/ 57 w 233"/>
              <a:gd name="T9" fmla="*/ 271 h 271"/>
              <a:gd name="T10" fmla="*/ 32 w 233"/>
              <a:gd name="T11" fmla="*/ 262 h 271"/>
              <a:gd name="T12" fmla="*/ 0 w 233"/>
              <a:gd name="T13" fmla="*/ 234 h 271"/>
              <a:gd name="T14" fmla="*/ 28 w 233"/>
              <a:gd name="T15" fmla="*/ 90 h 271"/>
              <a:gd name="T16" fmla="*/ 56 w 233"/>
              <a:gd name="T17" fmla="*/ 20 h 271"/>
              <a:gd name="T18" fmla="*/ 122 w 233"/>
              <a:gd name="T19" fmla="*/ 0 h 271"/>
              <a:gd name="T20" fmla="*/ 103 w 233"/>
              <a:gd name="T21" fmla="*/ 65 h 271"/>
              <a:gd name="T22" fmla="*/ 61 w 233"/>
              <a:gd name="T23" fmla="*/ 84 h 271"/>
              <a:gd name="T24" fmla="*/ 43 w 233"/>
              <a:gd name="T25" fmla="*/ 31 h 271"/>
              <a:gd name="T26" fmla="*/ 80 w 233"/>
              <a:gd name="T27" fmla="*/ 137 h 271"/>
              <a:gd name="T28" fmla="*/ 55 w 233"/>
              <a:gd name="T29" fmla="*/ 181 h 271"/>
              <a:gd name="T30" fmla="*/ 80 w 233"/>
              <a:gd name="T31" fmla="*/ 137 h 271"/>
              <a:gd name="T32" fmla="*/ 180 w 233"/>
              <a:gd name="T33" fmla="*/ 126 h 271"/>
              <a:gd name="T34" fmla="*/ 214 w 233"/>
              <a:gd name="T35" fmla="*/ 119 h 271"/>
              <a:gd name="T36" fmla="*/ 196 w 233"/>
              <a:gd name="T37" fmla="*/ 205 h 271"/>
              <a:gd name="T38" fmla="*/ 196 w 233"/>
              <a:gd name="T39" fmla="*/ 225 h 271"/>
              <a:gd name="T40" fmla="*/ 196 w 233"/>
              <a:gd name="T41" fmla="*/ 205 h 271"/>
              <a:gd name="T42" fmla="*/ 187 w 233"/>
              <a:gd name="T43" fmla="*/ 185 h 271"/>
              <a:gd name="T44" fmla="*/ 206 w 233"/>
              <a:gd name="T45" fmla="*/ 185 h 271"/>
              <a:gd name="T46" fmla="*/ 180 w 233"/>
              <a:gd name="T47" fmla="*/ 151 h 271"/>
              <a:gd name="T48" fmla="*/ 214 w 233"/>
              <a:gd name="T49" fmla="*/ 158 h 271"/>
              <a:gd name="T50" fmla="*/ 180 w 233"/>
              <a:gd name="T51" fmla="*/ 151 h 271"/>
              <a:gd name="T52" fmla="*/ 180 w 233"/>
              <a:gd name="T53" fmla="*/ 147 h 271"/>
              <a:gd name="T54" fmla="*/ 214 w 233"/>
              <a:gd name="T55" fmla="*/ 141 h 271"/>
              <a:gd name="T56" fmla="*/ 180 w 233"/>
              <a:gd name="T57" fmla="*/ 130 h 271"/>
              <a:gd name="T58" fmla="*/ 214 w 233"/>
              <a:gd name="T59" fmla="*/ 136 h 271"/>
              <a:gd name="T60" fmla="*/ 180 w 233"/>
              <a:gd name="T61" fmla="*/ 130 h 271"/>
              <a:gd name="T62" fmla="*/ 34 w 233"/>
              <a:gd name="T63" fmla="*/ 159 h 271"/>
              <a:gd name="T64" fmla="*/ 71 w 233"/>
              <a:gd name="T65" fmla="*/ 226 h 271"/>
              <a:gd name="T66" fmla="*/ 170 w 233"/>
              <a:gd name="T67" fmla="*/ 189 h 271"/>
              <a:gd name="T68" fmla="*/ 133 w 233"/>
              <a:gd name="T69" fmla="*/ 122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33" h="271">
                <a:moveTo>
                  <a:pt x="205" y="90"/>
                </a:moveTo>
                <a:cubicBezTo>
                  <a:pt x="221" y="90"/>
                  <a:pt x="233" y="103"/>
                  <a:pt x="233" y="118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233" y="250"/>
                  <a:pt x="221" y="262"/>
                  <a:pt x="205" y="262"/>
                </a:cubicBezTo>
                <a:cubicBezTo>
                  <a:pt x="200" y="262"/>
                  <a:pt x="200" y="262"/>
                  <a:pt x="200" y="262"/>
                </a:cubicBezTo>
                <a:cubicBezTo>
                  <a:pt x="200" y="271"/>
                  <a:pt x="200" y="271"/>
                  <a:pt x="200" y="271"/>
                </a:cubicBezTo>
                <a:cubicBezTo>
                  <a:pt x="175" y="271"/>
                  <a:pt x="175" y="271"/>
                  <a:pt x="175" y="271"/>
                </a:cubicBezTo>
                <a:cubicBezTo>
                  <a:pt x="175" y="262"/>
                  <a:pt x="175" y="262"/>
                  <a:pt x="175" y="262"/>
                </a:cubicBezTo>
                <a:cubicBezTo>
                  <a:pt x="57" y="262"/>
                  <a:pt x="57" y="262"/>
                  <a:pt x="57" y="262"/>
                </a:cubicBezTo>
                <a:cubicBezTo>
                  <a:pt x="57" y="271"/>
                  <a:pt x="57" y="271"/>
                  <a:pt x="57" y="271"/>
                </a:cubicBezTo>
                <a:cubicBezTo>
                  <a:pt x="32" y="271"/>
                  <a:pt x="32" y="271"/>
                  <a:pt x="32" y="271"/>
                </a:cubicBezTo>
                <a:cubicBezTo>
                  <a:pt x="32" y="262"/>
                  <a:pt x="32" y="262"/>
                  <a:pt x="32" y="262"/>
                </a:cubicBezTo>
                <a:cubicBezTo>
                  <a:pt x="28" y="262"/>
                  <a:pt x="28" y="262"/>
                  <a:pt x="28" y="262"/>
                </a:cubicBezTo>
                <a:cubicBezTo>
                  <a:pt x="13" y="262"/>
                  <a:pt x="0" y="250"/>
                  <a:pt x="0" y="23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03"/>
                  <a:pt x="13" y="90"/>
                  <a:pt x="28" y="90"/>
                </a:cubicBezTo>
                <a:cubicBezTo>
                  <a:pt x="91" y="90"/>
                  <a:pt x="155" y="90"/>
                  <a:pt x="205" y="90"/>
                </a:cubicBezTo>
                <a:close/>
                <a:moveTo>
                  <a:pt x="56" y="20"/>
                </a:moveTo>
                <a:cubicBezTo>
                  <a:pt x="87" y="57"/>
                  <a:pt x="87" y="57"/>
                  <a:pt x="87" y="57"/>
                </a:cubicBezTo>
                <a:cubicBezTo>
                  <a:pt x="122" y="0"/>
                  <a:pt x="122" y="0"/>
                  <a:pt x="122" y="0"/>
                </a:cubicBezTo>
                <a:cubicBezTo>
                  <a:pt x="137" y="9"/>
                  <a:pt x="137" y="9"/>
                  <a:pt x="137" y="9"/>
                </a:cubicBezTo>
                <a:cubicBezTo>
                  <a:pt x="103" y="65"/>
                  <a:pt x="103" y="65"/>
                  <a:pt x="103" y="65"/>
                </a:cubicBezTo>
                <a:cubicBezTo>
                  <a:pt x="110" y="69"/>
                  <a:pt x="114" y="76"/>
                  <a:pt x="116" y="84"/>
                </a:cubicBezTo>
                <a:cubicBezTo>
                  <a:pt x="61" y="84"/>
                  <a:pt x="61" y="84"/>
                  <a:pt x="61" y="84"/>
                </a:cubicBezTo>
                <a:cubicBezTo>
                  <a:pt x="62" y="77"/>
                  <a:pt x="66" y="70"/>
                  <a:pt x="72" y="66"/>
                </a:cubicBezTo>
                <a:cubicBezTo>
                  <a:pt x="43" y="31"/>
                  <a:pt x="43" y="31"/>
                  <a:pt x="43" y="31"/>
                </a:cubicBezTo>
                <a:cubicBezTo>
                  <a:pt x="56" y="20"/>
                  <a:pt x="56" y="20"/>
                  <a:pt x="56" y="20"/>
                </a:cubicBezTo>
                <a:close/>
                <a:moveTo>
                  <a:pt x="80" y="137"/>
                </a:moveTo>
                <a:cubicBezTo>
                  <a:pt x="71" y="132"/>
                  <a:pt x="58" y="137"/>
                  <a:pt x="51" y="149"/>
                </a:cubicBezTo>
                <a:cubicBezTo>
                  <a:pt x="44" y="161"/>
                  <a:pt x="46" y="175"/>
                  <a:pt x="55" y="181"/>
                </a:cubicBezTo>
                <a:cubicBezTo>
                  <a:pt x="64" y="186"/>
                  <a:pt x="69" y="175"/>
                  <a:pt x="76" y="163"/>
                </a:cubicBezTo>
                <a:cubicBezTo>
                  <a:pt x="83" y="151"/>
                  <a:pt x="89" y="142"/>
                  <a:pt x="80" y="137"/>
                </a:cubicBezTo>
                <a:close/>
                <a:moveTo>
                  <a:pt x="180" y="119"/>
                </a:moveTo>
                <a:cubicBezTo>
                  <a:pt x="180" y="126"/>
                  <a:pt x="180" y="126"/>
                  <a:pt x="180" y="126"/>
                </a:cubicBezTo>
                <a:cubicBezTo>
                  <a:pt x="214" y="126"/>
                  <a:pt x="214" y="126"/>
                  <a:pt x="214" y="126"/>
                </a:cubicBezTo>
                <a:cubicBezTo>
                  <a:pt x="214" y="119"/>
                  <a:pt x="214" y="119"/>
                  <a:pt x="214" y="119"/>
                </a:cubicBezTo>
                <a:cubicBezTo>
                  <a:pt x="180" y="119"/>
                  <a:pt x="180" y="119"/>
                  <a:pt x="180" y="119"/>
                </a:cubicBezTo>
                <a:close/>
                <a:moveTo>
                  <a:pt x="196" y="205"/>
                </a:moveTo>
                <a:cubicBezTo>
                  <a:pt x="191" y="205"/>
                  <a:pt x="187" y="210"/>
                  <a:pt x="187" y="215"/>
                </a:cubicBezTo>
                <a:cubicBezTo>
                  <a:pt x="187" y="220"/>
                  <a:pt x="191" y="225"/>
                  <a:pt x="196" y="225"/>
                </a:cubicBezTo>
                <a:cubicBezTo>
                  <a:pt x="202" y="225"/>
                  <a:pt x="206" y="220"/>
                  <a:pt x="206" y="215"/>
                </a:cubicBezTo>
                <a:cubicBezTo>
                  <a:pt x="206" y="210"/>
                  <a:pt x="202" y="205"/>
                  <a:pt x="196" y="205"/>
                </a:cubicBezTo>
                <a:close/>
                <a:moveTo>
                  <a:pt x="196" y="176"/>
                </a:moveTo>
                <a:cubicBezTo>
                  <a:pt x="191" y="176"/>
                  <a:pt x="187" y="180"/>
                  <a:pt x="187" y="185"/>
                </a:cubicBezTo>
                <a:cubicBezTo>
                  <a:pt x="187" y="191"/>
                  <a:pt x="191" y="195"/>
                  <a:pt x="196" y="195"/>
                </a:cubicBezTo>
                <a:cubicBezTo>
                  <a:pt x="202" y="195"/>
                  <a:pt x="206" y="191"/>
                  <a:pt x="206" y="185"/>
                </a:cubicBezTo>
                <a:cubicBezTo>
                  <a:pt x="206" y="180"/>
                  <a:pt x="202" y="176"/>
                  <a:pt x="196" y="176"/>
                </a:cubicBezTo>
                <a:close/>
                <a:moveTo>
                  <a:pt x="180" y="151"/>
                </a:moveTo>
                <a:cubicBezTo>
                  <a:pt x="180" y="158"/>
                  <a:pt x="180" y="158"/>
                  <a:pt x="180" y="158"/>
                </a:cubicBezTo>
                <a:cubicBezTo>
                  <a:pt x="214" y="158"/>
                  <a:pt x="214" y="158"/>
                  <a:pt x="214" y="158"/>
                </a:cubicBezTo>
                <a:cubicBezTo>
                  <a:pt x="214" y="151"/>
                  <a:pt x="214" y="151"/>
                  <a:pt x="214" y="151"/>
                </a:cubicBezTo>
                <a:cubicBezTo>
                  <a:pt x="180" y="151"/>
                  <a:pt x="180" y="151"/>
                  <a:pt x="180" y="151"/>
                </a:cubicBezTo>
                <a:close/>
                <a:moveTo>
                  <a:pt x="180" y="141"/>
                </a:moveTo>
                <a:cubicBezTo>
                  <a:pt x="180" y="147"/>
                  <a:pt x="180" y="147"/>
                  <a:pt x="180" y="147"/>
                </a:cubicBezTo>
                <a:cubicBezTo>
                  <a:pt x="214" y="147"/>
                  <a:pt x="214" y="147"/>
                  <a:pt x="214" y="147"/>
                </a:cubicBezTo>
                <a:cubicBezTo>
                  <a:pt x="214" y="141"/>
                  <a:pt x="214" y="141"/>
                  <a:pt x="214" y="141"/>
                </a:cubicBezTo>
                <a:cubicBezTo>
                  <a:pt x="180" y="141"/>
                  <a:pt x="180" y="141"/>
                  <a:pt x="180" y="141"/>
                </a:cubicBezTo>
                <a:close/>
                <a:moveTo>
                  <a:pt x="180" y="130"/>
                </a:moveTo>
                <a:cubicBezTo>
                  <a:pt x="180" y="136"/>
                  <a:pt x="180" y="136"/>
                  <a:pt x="180" y="136"/>
                </a:cubicBezTo>
                <a:cubicBezTo>
                  <a:pt x="214" y="136"/>
                  <a:pt x="214" y="136"/>
                  <a:pt x="214" y="136"/>
                </a:cubicBezTo>
                <a:cubicBezTo>
                  <a:pt x="214" y="130"/>
                  <a:pt x="214" y="130"/>
                  <a:pt x="214" y="130"/>
                </a:cubicBezTo>
                <a:cubicBezTo>
                  <a:pt x="180" y="130"/>
                  <a:pt x="180" y="130"/>
                  <a:pt x="180" y="130"/>
                </a:cubicBezTo>
                <a:close/>
                <a:moveTo>
                  <a:pt x="71" y="122"/>
                </a:moveTo>
                <a:cubicBezTo>
                  <a:pt x="51" y="122"/>
                  <a:pt x="34" y="139"/>
                  <a:pt x="34" y="159"/>
                </a:cubicBezTo>
                <a:cubicBezTo>
                  <a:pt x="34" y="189"/>
                  <a:pt x="34" y="189"/>
                  <a:pt x="34" y="189"/>
                </a:cubicBezTo>
                <a:cubicBezTo>
                  <a:pt x="34" y="210"/>
                  <a:pt x="51" y="226"/>
                  <a:pt x="71" y="226"/>
                </a:cubicBezTo>
                <a:cubicBezTo>
                  <a:pt x="133" y="226"/>
                  <a:pt x="133" y="226"/>
                  <a:pt x="133" y="226"/>
                </a:cubicBezTo>
                <a:cubicBezTo>
                  <a:pt x="153" y="226"/>
                  <a:pt x="170" y="210"/>
                  <a:pt x="170" y="189"/>
                </a:cubicBezTo>
                <a:cubicBezTo>
                  <a:pt x="170" y="159"/>
                  <a:pt x="170" y="159"/>
                  <a:pt x="170" y="159"/>
                </a:cubicBezTo>
                <a:cubicBezTo>
                  <a:pt x="170" y="139"/>
                  <a:pt x="153" y="122"/>
                  <a:pt x="133" y="122"/>
                </a:cubicBezTo>
                <a:lnTo>
                  <a:pt x="71" y="1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18"/>
          <p:cNvSpPr txBox="1"/>
          <p:nvPr/>
        </p:nvSpPr>
        <p:spPr>
          <a:xfrm>
            <a:off x="2545587" y="2928870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目录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chemeClr val="tx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18"/>
          <p:cNvSpPr txBox="1"/>
          <p:nvPr/>
        </p:nvSpPr>
        <p:spPr>
          <a:xfrm>
            <a:off x="2493335" y="2894932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目录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2" r="15926"/>
          <a:stretch/>
        </p:blipFill>
        <p:spPr>
          <a:xfrm>
            <a:off x="604710" y="1907397"/>
            <a:ext cx="2077672" cy="3071041"/>
          </a:xfrm>
          <a:prstGeom prst="rect">
            <a:avLst/>
          </a:prstGeom>
        </p:spPr>
      </p:pic>
      <p:sp>
        <p:nvSpPr>
          <p:cNvPr id="44" name="Freeform 33"/>
          <p:cNvSpPr>
            <a:spLocks noEditPoints="1"/>
          </p:cNvSpPr>
          <p:nvPr/>
        </p:nvSpPr>
        <p:spPr bwMode="auto">
          <a:xfrm>
            <a:off x="-1087846" y="3386084"/>
            <a:ext cx="891903" cy="1008702"/>
          </a:xfrm>
          <a:custGeom>
            <a:avLst/>
            <a:gdLst>
              <a:gd name="T0" fmla="*/ 20 w 78"/>
              <a:gd name="T1" fmla="*/ 7 h 88"/>
              <a:gd name="T2" fmla="*/ 20 w 78"/>
              <a:gd name="T3" fmla="*/ 11 h 88"/>
              <a:gd name="T4" fmla="*/ 5 w 78"/>
              <a:gd name="T5" fmla="*/ 6 h 88"/>
              <a:gd name="T6" fmla="*/ 1 w 78"/>
              <a:gd name="T7" fmla="*/ 8 h 88"/>
              <a:gd name="T8" fmla="*/ 0 w 78"/>
              <a:gd name="T9" fmla="*/ 20 h 88"/>
              <a:gd name="T10" fmla="*/ 3 w 78"/>
              <a:gd name="T11" fmla="*/ 38 h 88"/>
              <a:gd name="T12" fmla="*/ 17 w 78"/>
              <a:gd name="T13" fmla="*/ 49 h 88"/>
              <a:gd name="T14" fmla="*/ 20 w 78"/>
              <a:gd name="T15" fmla="*/ 50 h 88"/>
              <a:gd name="T16" fmla="*/ 20 w 78"/>
              <a:gd name="T17" fmla="*/ 49 h 88"/>
              <a:gd name="T18" fmla="*/ 31 w 78"/>
              <a:gd name="T19" fmla="*/ 52 h 88"/>
              <a:gd name="T20" fmla="*/ 31 w 78"/>
              <a:gd name="T21" fmla="*/ 64 h 88"/>
              <a:gd name="T22" fmla="*/ 27 w 78"/>
              <a:gd name="T23" fmla="*/ 64 h 88"/>
              <a:gd name="T24" fmla="*/ 27 w 78"/>
              <a:gd name="T25" fmla="*/ 68 h 88"/>
              <a:gd name="T26" fmla="*/ 15 w 78"/>
              <a:gd name="T27" fmla="*/ 68 h 88"/>
              <a:gd name="T28" fmla="*/ 15 w 78"/>
              <a:gd name="T29" fmla="*/ 88 h 88"/>
              <a:gd name="T30" fmla="*/ 64 w 78"/>
              <a:gd name="T31" fmla="*/ 88 h 88"/>
              <a:gd name="T32" fmla="*/ 64 w 78"/>
              <a:gd name="T33" fmla="*/ 68 h 88"/>
              <a:gd name="T34" fmla="*/ 52 w 78"/>
              <a:gd name="T35" fmla="*/ 68 h 88"/>
              <a:gd name="T36" fmla="*/ 52 w 78"/>
              <a:gd name="T37" fmla="*/ 64 h 88"/>
              <a:gd name="T38" fmla="*/ 47 w 78"/>
              <a:gd name="T39" fmla="*/ 64 h 88"/>
              <a:gd name="T40" fmla="*/ 47 w 78"/>
              <a:gd name="T41" fmla="*/ 52 h 88"/>
              <a:gd name="T42" fmla="*/ 58 w 78"/>
              <a:gd name="T43" fmla="*/ 49 h 88"/>
              <a:gd name="T44" fmla="*/ 58 w 78"/>
              <a:gd name="T45" fmla="*/ 50 h 88"/>
              <a:gd name="T46" fmla="*/ 61 w 78"/>
              <a:gd name="T47" fmla="*/ 49 h 88"/>
              <a:gd name="T48" fmla="*/ 75 w 78"/>
              <a:gd name="T49" fmla="*/ 38 h 88"/>
              <a:gd name="T50" fmla="*/ 78 w 78"/>
              <a:gd name="T51" fmla="*/ 20 h 88"/>
              <a:gd name="T52" fmla="*/ 77 w 78"/>
              <a:gd name="T53" fmla="*/ 8 h 88"/>
              <a:gd name="T54" fmla="*/ 73 w 78"/>
              <a:gd name="T55" fmla="*/ 6 h 88"/>
              <a:gd name="T56" fmla="*/ 58 w 78"/>
              <a:gd name="T57" fmla="*/ 11 h 88"/>
              <a:gd name="T58" fmla="*/ 58 w 78"/>
              <a:gd name="T59" fmla="*/ 7 h 88"/>
              <a:gd name="T60" fmla="*/ 60 w 78"/>
              <a:gd name="T61" fmla="*/ 7 h 88"/>
              <a:gd name="T62" fmla="*/ 60 w 78"/>
              <a:gd name="T63" fmla="*/ 0 h 88"/>
              <a:gd name="T64" fmla="*/ 17 w 78"/>
              <a:gd name="T65" fmla="*/ 0 h 88"/>
              <a:gd name="T66" fmla="*/ 17 w 78"/>
              <a:gd name="T67" fmla="*/ 7 h 88"/>
              <a:gd name="T68" fmla="*/ 20 w 78"/>
              <a:gd name="T69" fmla="*/ 7 h 88"/>
              <a:gd name="T70" fmla="*/ 63 w 78"/>
              <a:gd name="T71" fmla="*/ 42 h 88"/>
              <a:gd name="T72" fmla="*/ 59 w 78"/>
              <a:gd name="T73" fmla="*/ 20 h 88"/>
              <a:gd name="T74" fmla="*/ 61 w 78"/>
              <a:gd name="T75" fmla="*/ 22 h 88"/>
              <a:gd name="T76" fmla="*/ 66 w 78"/>
              <a:gd name="T77" fmla="*/ 18 h 88"/>
              <a:gd name="T78" fmla="*/ 64 w 78"/>
              <a:gd name="T79" fmla="*/ 16 h 88"/>
              <a:gd name="T80" fmla="*/ 71 w 78"/>
              <a:gd name="T81" fmla="*/ 13 h 88"/>
              <a:gd name="T82" fmla="*/ 72 w 78"/>
              <a:gd name="T83" fmla="*/ 20 h 88"/>
              <a:gd name="T84" fmla="*/ 69 w 78"/>
              <a:gd name="T85" fmla="*/ 36 h 88"/>
              <a:gd name="T86" fmla="*/ 63 w 78"/>
              <a:gd name="T87" fmla="*/ 42 h 88"/>
              <a:gd name="T88" fmla="*/ 19 w 78"/>
              <a:gd name="T89" fmla="*/ 20 h 88"/>
              <a:gd name="T90" fmla="*/ 15 w 78"/>
              <a:gd name="T91" fmla="*/ 42 h 88"/>
              <a:gd name="T92" fmla="*/ 9 w 78"/>
              <a:gd name="T93" fmla="*/ 36 h 88"/>
              <a:gd name="T94" fmla="*/ 6 w 78"/>
              <a:gd name="T95" fmla="*/ 20 h 88"/>
              <a:gd name="T96" fmla="*/ 7 w 78"/>
              <a:gd name="T97" fmla="*/ 13 h 88"/>
              <a:gd name="T98" fmla="*/ 14 w 78"/>
              <a:gd name="T99" fmla="*/ 16 h 88"/>
              <a:gd name="T100" fmla="*/ 12 w 78"/>
              <a:gd name="T101" fmla="*/ 18 h 88"/>
              <a:gd name="T102" fmla="*/ 17 w 78"/>
              <a:gd name="T103" fmla="*/ 22 h 88"/>
              <a:gd name="T104" fmla="*/ 19 w 78"/>
              <a:gd name="T105" fmla="*/ 20 h 88"/>
              <a:gd name="T106" fmla="*/ 32 w 78"/>
              <a:gd name="T107" fmla="*/ 10 h 88"/>
              <a:gd name="T108" fmla="*/ 32 w 78"/>
              <a:gd name="T109" fmla="*/ 45 h 88"/>
              <a:gd name="T110" fmla="*/ 25 w 78"/>
              <a:gd name="T111" fmla="*/ 41 h 88"/>
              <a:gd name="T112" fmla="*/ 28 w 78"/>
              <a:gd name="T113" fmla="*/ 14 h 88"/>
              <a:gd name="T114" fmla="*/ 28 w 78"/>
              <a:gd name="T115" fmla="*/ 10 h 88"/>
              <a:gd name="T116" fmla="*/ 32 w 78"/>
              <a:gd name="T117" fmla="*/ 10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8" h="88">
                <a:moveTo>
                  <a:pt x="20" y="7"/>
                </a:moveTo>
                <a:cubicBezTo>
                  <a:pt x="20" y="8"/>
                  <a:pt x="21" y="10"/>
                  <a:pt x="20" y="11"/>
                </a:cubicBezTo>
                <a:cubicBezTo>
                  <a:pt x="5" y="6"/>
                  <a:pt x="5" y="6"/>
                  <a:pt x="5" y="6"/>
                </a:cubicBezTo>
                <a:cubicBezTo>
                  <a:pt x="1" y="8"/>
                  <a:pt x="1" y="8"/>
                  <a:pt x="1" y="8"/>
                </a:cubicBezTo>
                <a:cubicBezTo>
                  <a:pt x="0" y="11"/>
                  <a:pt x="0" y="16"/>
                  <a:pt x="0" y="20"/>
                </a:cubicBezTo>
                <a:cubicBezTo>
                  <a:pt x="0" y="26"/>
                  <a:pt x="1" y="33"/>
                  <a:pt x="3" y="38"/>
                </a:cubicBezTo>
                <a:cubicBezTo>
                  <a:pt x="6" y="44"/>
                  <a:pt x="10" y="48"/>
                  <a:pt x="17" y="49"/>
                </a:cubicBezTo>
                <a:cubicBezTo>
                  <a:pt x="18" y="50"/>
                  <a:pt x="19" y="50"/>
                  <a:pt x="20" y="50"/>
                </a:cubicBezTo>
                <a:cubicBezTo>
                  <a:pt x="20" y="49"/>
                  <a:pt x="20" y="49"/>
                  <a:pt x="20" y="49"/>
                </a:cubicBezTo>
                <a:cubicBezTo>
                  <a:pt x="22" y="51"/>
                  <a:pt x="26" y="52"/>
                  <a:pt x="31" y="52"/>
                </a:cubicBezTo>
                <a:cubicBezTo>
                  <a:pt x="31" y="64"/>
                  <a:pt x="31" y="64"/>
                  <a:pt x="31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27" y="68"/>
                  <a:pt x="27" y="68"/>
                  <a:pt x="27" y="68"/>
                </a:cubicBezTo>
                <a:cubicBezTo>
                  <a:pt x="15" y="68"/>
                  <a:pt x="15" y="68"/>
                  <a:pt x="15" y="68"/>
                </a:cubicBezTo>
                <a:cubicBezTo>
                  <a:pt x="15" y="88"/>
                  <a:pt x="15" y="88"/>
                  <a:pt x="15" y="88"/>
                </a:cubicBezTo>
                <a:cubicBezTo>
                  <a:pt x="64" y="88"/>
                  <a:pt x="64" y="88"/>
                  <a:pt x="64" y="88"/>
                </a:cubicBezTo>
                <a:cubicBezTo>
                  <a:pt x="64" y="68"/>
                  <a:pt x="64" y="68"/>
                  <a:pt x="64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4"/>
                  <a:pt x="52" y="64"/>
                  <a:pt x="52" y="64"/>
                </a:cubicBezTo>
                <a:cubicBezTo>
                  <a:pt x="47" y="64"/>
                  <a:pt x="47" y="64"/>
                  <a:pt x="47" y="64"/>
                </a:cubicBezTo>
                <a:cubicBezTo>
                  <a:pt x="47" y="52"/>
                  <a:pt x="47" y="52"/>
                  <a:pt x="47" y="52"/>
                </a:cubicBezTo>
                <a:cubicBezTo>
                  <a:pt x="52" y="52"/>
                  <a:pt x="56" y="51"/>
                  <a:pt x="58" y="49"/>
                </a:cubicBezTo>
                <a:cubicBezTo>
                  <a:pt x="58" y="50"/>
                  <a:pt x="58" y="50"/>
                  <a:pt x="58" y="50"/>
                </a:cubicBezTo>
                <a:cubicBezTo>
                  <a:pt x="59" y="50"/>
                  <a:pt x="60" y="50"/>
                  <a:pt x="61" y="49"/>
                </a:cubicBezTo>
                <a:cubicBezTo>
                  <a:pt x="68" y="48"/>
                  <a:pt x="72" y="44"/>
                  <a:pt x="75" y="38"/>
                </a:cubicBezTo>
                <a:cubicBezTo>
                  <a:pt x="77" y="33"/>
                  <a:pt x="78" y="26"/>
                  <a:pt x="78" y="20"/>
                </a:cubicBezTo>
                <a:cubicBezTo>
                  <a:pt x="78" y="16"/>
                  <a:pt x="78" y="11"/>
                  <a:pt x="77" y="8"/>
                </a:cubicBezTo>
                <a:cubicBezTo>
                  <a:pt x="73" y="6"/>
                  <a:pt x="73" y="6"/>
                  <a:pt x="73" y="6"/>
                </a:cubicBezTo>
                <a:cubicBezTo>
                  <a:pt x="58" y="11"/>
                  <a:pt x="58" y="11"/>
                  <a:pt x="58" y="11"/>
                </a:cubicBezTo>
                <a:cubicBezTo>
                  <a:pt x="57" y="10"/>
                  <a:pt x="58" y="8"/>
                  <a:pt x="58" y="7"/>
                </a:cubicBezTo>
                <a:cubicBezTo>
                  <a:pt x="60" y="7"/>
                  <a:pt x="60" y="7"/>
                  <a:pt x="60" y="7"/>
                </a:cubicBezTo>
                <a:cubicBezTo>
                  <a:pt x="60" y="0"/>
                  <a:pt x="60" y="0"/>
                  <a:pt x="6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7"/>
                  <a:pt x="17" y="7"/>
                  <a:pt x="17" y="7"/>
                </a:cubicBezTo>
                <a:cubicBezTo>
                  <a:pt x="20" y="7"/>
                  <a:pt x="20" y="7"/>
                  <a:pt x="20" y="7"/>
                </a:cubicBezTo>
                <a:close/>
                <a:moveTo>
                  <a:pt x="63" y="42"/>
                </a:moveTo>
                <a:cubicBezTo>
                  <a:pt x="64" y="36"/>
                  <a:pt x="60" y="28"/>
                  <a:pt x="59" y="20"/>
                </a:cubicBezTo>
                <a:cubicBezTo>
                  <a:pt x="61" y="22"/>
                  <a:pt x="61" y="22"/>
                  <a:pt x="61" y="22"/>
                </a:cubicBezTo>
                <a:cubicBezTo>
                  <a:pt x="66" y="18"/>
                  <a:pt x="66" y="18"/>
                  <a:pt x="66" y="18"/>
                </a:cubicBezTo>
                <a:cubicBezTo>
                  <a:pt x="64" y="16"/>
                  <a:pt x="64" y="16"/>
                  <a:pt x="64" y="16"/>
                </a:cubicBezTo>
                <a:cubicBezTo>
                  <a:pt x="71" y="13"/>
                  <a:pt x="71" y="13"/>
                  <a:pt x="71" y="13"/>
                </a:cubicBezTo>
                <a:cubicBezTo>
                  <a:pt x="72" y="15"/>
                  <a:pt x="72" y="18"/>
                  <a:pt x="72" y="20"/>
                </a:cubicBezTo>
                <a:cubicBezTo>
                  <a:pt x="71" y="26"/>
                  <a:pt x="71" y="31"/>
                  <a:pt x="69" y="36"/>
                </a:cubicBezTo>
                <a:cubicBezTo>
                  <a:pt x="67" y="39"/>
                  <a:pt x="65" y="41"/>
                  <a:pt x="63" y="42"/>
                </a:cubicBezTo>
                <a:close/>
                <a:moveTo>
                  <a:pt x="19" y="20"/>
                </a:moveTo>
                <a:cubicBezTo>
                  <a:pt x="17" y="28"/>
                  <a:pt x="14" y="36"/>
                  <a:pt x="15" y="42"/>
                </a:cubicBezTo>
                <a:cubicBezTo>
                  <a:pt x="13" y="41"/>
                  <a:pt x="11" y="39"/>
                  <a:pt x="9" y="36"/>
                </a:cubicBezTo>
                <a:cubicBezTo>
                  <a:pt x="7" y="31"/>
                  <a:pt x="6" y="26"/>
                  <a:pt x="6" y="20"/>
                </a:cubicBezTo>
                <a:cubicBezTo>
                  <a:pt x="6" y="18"/>
                  <a:pt x="6" y="15"/>
                  <a:pt x="7" y="13"/>
                </a:cubicBezTo>
                <a:cubicBezTo>
                  <a:pt x="14" y="16"/>
                  <a:pt x="14" y="16"/>
                  <a:pt x="14" y="16"/>
                </a:cubicBezTo>
                <a:cubicBezTo>
                  <a:pt x="12" y="18"/>
                  <a:pt x="12" y="18"/>
                  <a:pt x="12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0"/>
                  <a:pt x="19" y="20"/>
                  <a:pt x="19" y="20"/>
                </a:cubicBezTo>
                <a:close/>
                <a:moveTo>
                  <a:pt x="32" y="10"/>
                </a:moveTo>
                <a:cubicBezTo>
                  <a:pt x="32" y="45"/>
                  <a:pt x="32" y="45"/>
                  <a:pt x="32" y="45"/>
                </a:cubicBezTo>
                <a:cubicBezTo>
                  <a:pt x="32" y="45"/>
                  <a:pt x="27" y="45"/>
                  <a:pt x="25" y="41"/>
                </a:cubicBezTo>
                <a:cubicBezTo>
                  <a:pt x="24" y="37"/>
                  <a:pt x="28" y="16"/>
                  <a:pt x="28" y="14"/>
                </a:cubicBezTo>
                <a:cubicBezTo>
                  <a:pt x="28" y="13"/>
                  <a:pt x="28" y="10"/>
                  <a:pt x="28" y="10"/>
                </a:cubicBezTo>
                <a:lnTo>
                  <a:pt x="32" y="1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roup 12"/>
          <p:cNvGrpSpPr/>
          <p:nvPr/>
        </p:nvGrpSpPr>
        <p:grpSpPr>
          <a:xfrm>
            <a:off x="-1009469" y="5153471"/>
            <a:ext cx="593155" cy="593155"/>
            <a:chOff x="9632897" y="4527485"/>
            <a:chExt cx="755703" cy="755703"/>
          </a:xfrm>
        </p:grpSpPr>
        <p:sp>
          <p:nvSpPr>
            <p:cNvPr id="49" name="Oval 19"/>
            <p:cNvSpPr/>
            <p:nvPr/>
          </p:nvSpPr>
          <p:spPr>
            <a:xfrm>
              <a:off x="9632897" y="4527485"/>
              <a:ext cx="755703" cy="75570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35"/>
            <p:cNvSpPr>
              <a:spLocks/>
            </p:cNvSpPr>
            <p:nvPr/>
          </p:nvSpPr>
          <p:spPr bwMode="auto">
            <a:xfrm>
              <a:off x="9841036" y="4746208"/>
              <a:ext cx="349218" cy="320594"/>
            </a:xfrm>
            <a:custGeom>
              <a:avLst/>
              <a:gdLst>
                <a:gd name="T0" fmla="*/ 29 w 85"/>
                <a:gd name="T1" fmla="*/ 0 h 78"/>
                <a:gd name="T2" fmla="*/ 34 w 85"/>
                <a:gd name="T3" fmla="*/ 29 h 78"/>
                <a:gd name="T4" fmla="*/ 8 w 85"/>
                <a:gd name="T5" fmla="*/ 29 h 78"/>
                <a:gd name="T6" fmla="*/ 6 w 85"/>
                <a:gd name="T7" fmla="*/ 29 h 78"/>
                <a:gd name="T8" fmla="*/ 0 w 85"/>
                <a:gd name="T9" fmla="*/ 35 h 78"/>
                <a:gd name="T10" fmla="*/ 0 w 85"/>
                <a:gd name="T11" fmla="*/ 35 h 78"/>
                <a:gd name="T12" fmla="*/ 4 w 85"/>
                <a:gd name="T13" fmla="*/ 42 h 78"/>
                <a:gd name="T14" fmla="*/ 0 w 85"/>
                <a:gd name="T15" fmla="*/ 47 h 78"/>
                <a:gd name="T16" fmla="*/ 0 w 85"/>
                <a:gd name="T17" fmla="*/ 47 h 78"/>
                <a:gd name="T18" fmla="*/ 5 w 85"/>
                <a:gd name="T19" fmla="*/ 54 h 78"/>
                <a:gd name="T20" fmla="*/ 4 w 85"/>
                <a:gd name="T21" fmla="*/ 58 h 78"/>
                <a:gd name="T22" fmla="*/ 4 w 85"/>
                <a:gd name="T23" fmla="*/ 58 h 78"/>
                <a:gd name="T24" fmla="*/ 10 w 85"/>
                <a:gd name="T25" fmla="*/ 65 h 78"/>
                <a:gd name="T26" fmla="*/ 11 w 85"/>
                <a:gd name="T27" fmla="*/ 65 h 78"/>
                <a:gd name="T28" fmla="*/ 9 w 85"/>
                <a:gd name="T29" fmla="*/ 70 h 78"/>
                <a:gd name="T30" fmla="*/ 9 w 85"/>
                <a:gd name="T31" fmla="*/ 70 h 78"/>
                <a:gd name="T32" fmla="*/ 15 w 85"/>
                <a:gd name="T33" fmla="*/ 77 h 78"/>
                <a:gd name="T34" fmla="*/ 29 w 85"/>
                <a:gd name="T35" fmla="*/ 77 h 78"/>
                <a:gd name="T36" fmla="*/ 45 w 85"/>
                <a:gd name="T37" fmla="*/ 77 h 78"/>
                <a:gd name="T38" fmla="*/ 46 w 85"/>
                <a:gd name="T39" fmla="*/ 77 h 78"/>
                <a:gd name="T40" fmla="*/ 51 w 85"/>
                <a:gd name="T41" fmla="*/ 71 h 78"/>
                <a:gd name="T42" fmla="*/ 66 w 85"/>
                <a:gd name="T43" fmla="*/ 69 h 78"/>
                <a:gd name="T44" fmla="*/ 66 w 85"/>
                <a:gd name="T45" fmla="*/ 78 h 78"/>
                <a:gd name="T46" fmla="*/ 85 w 85"/>
                <a:gd name="T47" fmla="*/ 78 h 78"/>
                <a:gd name="T48" fmla="*/ 85 w 85"/>
                <a:gd name="T49" fmla="*/ 25 h 78"/>
                <a:gd name="T50" fmla="*/ 66 w 85"/>
                <a:gd name="T51" fmla="*/ 25 h 78"/>
                <a:gd name="T52" fmla="*/ 66 w 85"/>
                <a:gd name="T53" fmla="*/ 32 h 78"/>
                <a:gd name="T54" fmla="*/ 61 w 85"/>
                <a:gd name="T55" fmla="*/ 32 h 78"/>
                <a:gd name="T56" fmla="*/ 29 w 85"/>
                <a:gd name="T5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5" h="78">
                  <a:moveTo>
                    <a:pt x="29" y="0"/>
                  </a:moveTo>
                  <a:cubicBezTo>
                    <a:pt x="1" y="7"/>
                    <a:pt x="33" y="28"/>
                    <a:pt x="34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3" y="29"/>
                    <a:pt x="0" y="32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8"/>
                    <a:pt x="1" y="41"/>
                    <a:pt x="4" y="42"/>
                  </a:cubicBezTo>
                  <a:cubicBezTo>
                    <a:pt x="2" y="43"/>
                    <a:pt x="0" y="45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1"/>
                    <a:pt x="2" y="53"/>
                    <a:pt x="5" y="54"/>
                  </a:cubicBezTo>
                  <a:cubicBezTo>
                    <a:pt x="4" y="55"/>
                    <a:pt x="4" y="57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62"/>
                    <a:pt x="7" y="65"/>
                    <a:pt x="10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9" y="66"/>
                    <a:pt x="9" y="68"/>
                    <a:pt x="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4"/>
                    <a:pt x="12" y="77"/>
                    <a:pt x="15" y="77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51" y="71"/>
                    <a:pt x="51" y="71"/>
                    <a:pt x="51" y="71"/>
                  </a:cubicBezTo>
                  <a:cubicBezTo>
                    <a:pt x="66" y="69"/>
                    <a:pt x="66" y="69"/>
                    <a:pt x="66" y="69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85" y="78"/>
                    <a:pt x="85" y="78"/>
                    <a:pt x="85" y="78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7" y="16"/>
                    <a:pt x="32" y="17"/>
                    <a:pt x="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584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apezoid 8"/>
          <p:cNvSpPr/>
          <p:nvPr/>
        </p:nvSpPr>
        <p:spPr>
          <a:xfrm rot="16200000">
            <a:off x="2453955" y="3324370"/>
            <a:ext cx="975866" cy="161358"/>
          </a:xfrm>
          <a:prstGeom prst="trapezoid">
            <a:avLst>
              <a:gd name="adj" fmla="val 69837"/>
            </a:avLst>
          </a:prstGeom>
          <a:solidFill>
            <a:schemeClr val="accent3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2861206" y="2959978"/>
            <a:ext cx="8811682" cy="852211"/>
          </a:xfrm>
          <a:prstGeom prst="homePlate">
            <a:avLst>
              <a:gd name="adj" fmla="val 36274"/>
            </a:avLst>
          </a:prstGeom>
          <a:solidFill>
            <a:srgbClr val="0099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8"/>
          <p:cNvSpPr txBox="1"/>
          <p:nvPr/>
        </p:nvSpPr>
        <p:spPr>
          <a:xfrm>
            <a:off x="2976175" y="3001473"/>
            <a:ext cx="540392" cy="7694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1113"/>
          <p:cNvSpPr/>
          <p:nvPr/>
        </p:nvSpPr>
        <p:spPr>
          <a:xfrm>
            <a:off x="4569610" y="3026758"/>
            <a:ext cx="62396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口测是怎么回事？</a:t>
            </a:r>
          </a:p>
        </p:txBody>
      </p:sp>
      <p:sp>
        <p:nvSpPr>
          <p:cNvPr id="74" name="Freeform 1108"/>
          <p:cNvSpPr>
            <a:spLocks noEditPoints="1"/>
          </p:cNvSpPr>
          <p:nvPr/>
        </p:nvSpPr>
        <p:spPr bwMode="auto">
          <a:xfrm>
            <a:off x="3882609" y="3055209"/>
            <a:ext cx="580371" cy="592157"/>
          </a:xfrm>
          <a:custGeom>
            <a:avLst/>
            <a:gdLst>
              <a:gd name="T0" fmla="*/ 87 w 91"/>
              <a:gd name="T1" fmla="*/ 39 h 93"/>
              <a:gd name="T2" fmla="*/ 91 w 91"/>
              <a:gd name="T3" fmla="*/ 46 h 93"/>
              <a:gd name="T4" fmla="*/ 91 w 91"/>
              <a:gd name="T5" fmla="*/ 83 h 93"/>
              <a:gd name="T6" fmla="*/ 81 w 91"/>
              <a:gd name="T7" fmla="*/ 93 h 93"/>
              <a:gd name="T8" fmla="*/ 10 w 91"/>
              <a:gd name="T9" fmla="*/ 93 h 93"/>
              <a:gd name="T10" fmla="*/ 0 w 91"/>
              <a:gd name="T11" fmla="*/ 83 h 93"/>
              <a:gd name="T12" fmla="*/ 0 w 91"/>
              <a:gd name="T13" fmla="*/ 46 h 93"/>
              <a:gd name="T14" fmla="*/ 3 w 91"/>
              <a:gd name="T15" fmla="*/ 40 h 93"/>
              <a:gd name="T16" fmla="*/ 3 w 91"/>
              <a:gd name="T17" fmla="*/ 40 h 93"/>
              <a:gd name="T18" fmla="*/ 3 w 91"/>
              <a:gd name="T19" fmla="*/ 40 h 93"/>
              <a:gd name="T20" fmla="*/ 3 w 91"/>
              <a:gd name="T21" fmla="*/ 39 h 93"/>
              <a:gd name="T22" fmla="*/ 40 w 91"/>
              <a:gd name="T23" fmla="*/ 3 h 93"/>
              <a:gd name="T24" fmla="*/ 51 w 91"/>
              <a:gd name="T25" fmla="*/ 3 h 93"/>
              <a:gd name="T26" fmla="*/ 87 w 91"/>
              <a:gd name="T27" fmla="*/ 39 h 93"/>
              <a:gd name="T28" fmla="*/ 16 w 91"/>
              <a:gd name="T29" fmla="*/ 30 h 93"/>
              <a:gd name="T30" fmla="*/ 16 w 91"/>
              <a:gd name="T31" fmla="*/ 52 h 93"/>
              <a:gd name="T32" fmla="*/ 46 w 91"/>
              <a:gd name="T33" fmla="*/ 75 h 93"/>
              <a:gd name="T34" fmla="*/ 73 w 91"/>
              <a:gd name="T35" fmla="*/ 54 h 93"/>
              <a:gd name="T36" fmla="*/ 73 w 91"/>
              <a:gd name="T37" fmla="*/ 30 h 93"/>
              <a:gd name="T38" fmla="*/ 16 w 91"/>
              <a:gd name="T39" fmla="*/ 30 h 93"/>
              <a:gd name="T40" fmla="*/ 26 w 91"/>
              <a:gd name="T41" fmla="*/ 35 h 93"/>
              <a:gd name="T42" fmla="*/ 26 w 91"/>
              <a:gd name="T43" fmla="*/ 39 h 93"/>
              <a:gd name="T44" fmla="*/ 64 w 91"/>
              <a:gd name="T45" fmla="*/ 39 h 93"/>
              <a:gd name="T46" fmla="*/ 64 w 91"/>
              <a:gd name="T47" fmla="*/ 35 h 93"/>
              <a:gd name="T48" fmla="*/ 26 w 91"/>
              <a:gd name="T49" fmla="*/ 35 h 93"/>
              <a:gd name="T50" fmla="*/ 26 w 91"/>
              <a:gd name="T51" fmla="*/ 51 h 93"/>
              <a:gd name="T52" fmla="*/ 26 w 91"/>
              <a:gd name="T53" fmla="*/ 55 h 93"/>
              <a:gd name="T54" fmla="*/ 64 w 91"/>
              <a:gd name="T55" fmla="*/ 55 h 93"/>
              <a:gd name="T56" fmla="*/ 64 w 91"/>
              <a:gd name="T57" fmla="*/ 51 h 93"/>
              <a:gd name="T58" fmla="*/ 26 w 91"/>
              <a:gd name="T59" fmla="*/ 51 h 93"/>
              <a:gd name="T60" fmla="*/ 26 w 91"/>
              <a:gd name="T61" fmla="*/ 43 h 93"/>
              <a:gd name="T62" fmla="*/ 26 w 91"/>
              <a:gd name="T63" fmla="*/ 47 h 93"/>
              <a:gd name="T64" fmla="*/ 64 w 91"/>
              <a:gd name="T65" fmla="*/ 47 h 93"/>
              <a:gd name="T66" fmla="*/ 64 w 91"/>
              <a:gd name="T67" fmla="*/ 43 h 93"/>
              <a:gd name="T68" fmla="*/ 26 w 91"/>
              <a:gd name="T69" fmla="*/ 43 h 93"/>
              <a:gd name="T70" fmla="*/ 10 w 91"/>
              <a:gd name="T71" fmla="*/ 87 h 93"/>
              <a:gd name="T72" fmla="*/ 28 w 91"/>
              <a:gd name="T73" fmla="*/ 70 h 93"/>
              <a:gd name="T74" fmla="*/ 28 w 91"/>
              <a:gd name="T75" fmla="*/ 67 h 93"/>
              <a:gd name="T76" fmla="*/ 26 w 91"/>
              <a:gd name="T77" fmla="*/ 67 h 93"/>
              <a:gd name="T78" fmla="*/ 8 w 91"/>
              <a:gd name="T79" fmla="*/ 84 h 93"/>
              <a:gd name="T80" fmla="*/ 8 w 91"/>
              <a:gd name="T81" fmla="*/ 87 h 93"/>
              <a:gd name="T82" fmla="*/ 10 w 91"/>
              <a:gd name="T83" fmla="*/ 87 h 93"/>
              <a:gd name="T84" fmla="*/ 85 w 91"/>
              <a:gd name="T85" fmla="*/ 84 h 93"/>
              <a:gd name="T86" fmla="*/ 67 w 91"/>
              <a:gd name="T87" fmla="*/ 67 h 93"/>
              <a:gd name="T88" fmla="*/ 64 w 91"/>
              <a:gd name="T89" fmla="*/ 67 h 93"/>
              <a:gd name="T90" fmla="*/ 64 w 91"/>
              <a:gd name="T91" fmla="*/ 70 h 93"/>
              <a:gd name="T92" fmla="*/ 82 w 91"/>
              <a:gd name="T93" fmla="*/ 87 h 93"/>
              <a:gd name="T94" fmla="*/ 85 w 91"/>
              <a:gd name="T95" fmla="*/ 87 h 93"/>
              <a:gd name="T96" fmla="*/ 85 w 91"/>
              <a:gd name="T97" fmla="*/ 84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1" h="93">
                <a:moveTo>
                  <a:pt x="87" y="39"/>
                </a:moveTo>
                <a:cubicBezTo>
                  <a:pt x="89" y="40"/>
                  <a:pt x="91" y="43"/>
                  <a:pt x="91" y="46"/>
                </a:cubicBezTo>
                <a:cubicBezTo>
                  <a:pt x="91" y="83"/>
                  <a:pt x="91" y="83"/>
                  <a:pt x="91" y="83"/>
                </a:cubicBezTo>
                <a:cubicBezTo>
                  <a:pt x="91" y="89"/>
                  <a:pt x="86" y="93"/>
                  <a:pt x="81" y="93"/>
                </a:cubicBezTo>
                <a:cubicBezTo>
                  <a:pt x="10" y="93"/>
                  <a:pt x="10" y="93"/>
                  <a:pt x="10" y="93"/>
                </a:cubicBezTo>
                <a:cubicBezTo>
                  <a:pt x="5" y="93"/>
                  <a:pt x="0" y="89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39"/>
                </a:cubicBezTo>
                <a:cubicBezTo>
                  <a:pt x="40" y="3"/>
                  <a:pt x="40" y="3"/>
                  <a:pt x="40" y="3"/>
                </a:cubicBezTo>
                <a:cubicBezTo>
                  <a:pt x="43" y="0"/>
                  <a:pt x="47" y="0"/>
                  <a:pt x="51" y="3"/>
                </a:cubicBezTo>
                <a:cubicBezTo>
                  <a:pt x="87" y="39"/>
                  <a:pt x="87" y="39"/>
                  <a:pt x="87" y="39"/>
                </a:cubicBezTo>
                <a:close/>
                <a:moveTo>
                  <a:pt x="16" y="30"/>
                </a:moveTo>
                <a:cubicBezTo>
                  <a:pt x="16" y="52"/>
                  <a:pt x="16" y="52"/>
                  <a:pt x="16" y="52"/>
                </a:cubicBezTo>
                <a:cubicBezTo>
                  <a:pt x="46" y="75"/>
                  <a:pt x="46" y="75"/>
                  <a:pt x="46" y="75"/>
                </a:cubicBezTo>
                <a:cubicBezTo>
                  <a:pt x="73" y="54"/>
                  <a:pt x="73" y="54"/>
                  <a:pt x="73" y="54"/>
                </a:cubicBezTo>
                <a:cubicBezTo>
                  <a:pt x="73" y="30"/>
                  <a:pt x="73" y="30"/>
                  <a:pt x="73" y="30"/>
                </a:cubicBezTo>
                <a:cubicBezTo>
                  <a:pt x="16" y="30"/>
                  <a:pt x="16" y="30"/>
                  <a:pt x="16" y="30"/>
                </a:cubicBezTo>
                <a:close/>
                <a:moveTo>
                  <a:pt x="26" y="35"/>
                </a:moveTo>
                <a:cubicBezTo>
                  <a:pt x="26" y="39"/>
                  <a:pt x="26" y="39"/>
                  <a:pt x="26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35"/>
                  <a:pt x="64" y="35"/>
                  <a:pt x="64" y="35"/>
                </a:cubicBezTo>
                <a:cubicBezTo>
                  <a:pt x="26" y="35"/>
                  <a:pt x="26" y="35"/>
                  <a:pt x="26" y="35"/>
                </a:cubicBezTo>
                <a:close/>
                <a:moveTo>
                  <a:pt x="26" y="51"/>
                </a:moveTo>
                <a:cubicBezTo>
                  <a:pt x="26" y="55"/>
                  <a:pt x="26" y="55"/>
                  <a:pt x="26" y="55"/>
                </a:cubicBezTo>
                <a:cubicBezTo>
                  <a:pt x="64" y="55"/>
                  <a:pt x="64" y="55"/>
                  <a:pt x="64" y="55"/>
                </a:cubicBezTo>
                <a:cubicBezTo>
                  <a:pt x="64" y="51"/>
                  <a:pt x="64" y="51"/>
                  <a:pt x="64" y="51"/>
                </a:cubicBezTo>
                <a:cubicBezTo>
                  <a:pt x="26" y="51"/>
                  <a:pt x="26" y="51"/>
                  <a:pt x="26" y="51"/>
                </a:cubicBezTo>
                <a:close/>
                <a:moveTo>
                  <a:pt x="26" y="43"/>
                </a:moveTo>
                <a:cubicBezTo>
                  <a:pt x="26" y="47"/>
                  <a:pt x="26" y="47"/>
                  <a:pt x="26" y="47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43"/>
                  <a:pt x="64" y="43"/>
                  <a:pt x="64" y="43"/>
                </a:cubicBezTo>
                <a:cubicBezTo>
                  <a:pt x="26" y="43"/>
                  <a:pt x="26" y="43"/>
                  <a:pt x="26" y="43"/>
                </a:cubicBezTo>
                <a:close/>
                <a:moveTo>
                  <a:pt x="10" y="87"/>
                </a:moveTo>
                <a:cubicBezTo>
                  <a:pt x="28" y="70"/>
                  <a:pt x="28" y="70"/>
                  <a:pt x="28" y="70"/>
                </a:cubicBezTo>
                <a:cubicBezTo>
                  <a:pt x="29" y="69"/>
                  <a:pt x="29" y="68"/>
                  <a:pt x="28" y="67"/>
                </a:cubicBezTo>
                <a:cubicBezTo>
                  <a:pt x="28" y="66"/>
                  <a:pt x="27" y="66"/>
                  <a:pt x="26" y="67"/>
                </a:cubicBezTo>
                <a:cubicBezTo>
                  <a:pt x="8" y="84"/>
                  <a:pt x="8" y="84"/>
                  <a:pt x="8" y="84"/>
                </a:cubicBezTo>
                <a:cubicBezTo>
                  <a:pt x="7" y="85"/>
                  <a:pt x="7" y="86"/>
                  <a:pt x="8" y="87"/>
                </a:cubicBezTo>
                <a:cubicBezTo>
                  <a:pt x="8" y="88"/>
                  <a:pt x="10" y="88"/>
                  <a:pt x="10" y="87"/>
                </a:cubicBezTo>
                <a:close/>
                <a:moveTo>
                  <a:pt x="85" y="84"/>
                </a:moveTo>
                <a:cubicBezTo>
                  <a:pt x="67" y="67"/>
                  <a:pt x="67" y="67"/>
                  <a:pt x="67" y="67"/>
                </a:cubicBezTo>
                <a:cubicBezTo>
                  <a:pt x="66" y="66"/>
                  <a:pt x="65" y="66"/>
                  <a:pt x="64" y="67"/>
                </a:cubicBezTo>
                <a:cubicBezTo>
                  <a:pt x="63" y="68"/>
                  <a:pt x="63" y="69"/>
                  <a:pt x="64" y="70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8"/>
                  <a:pt x="84" y="88"/>
                  <a:pt x="85" y="87"/>
                </a:cubicBezTo>
                <a:cubicBezTo>
                  <a:pt x="85" y="86"/>
                  <a:pt x="85" y="85"/>
                  <a:pt x="85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2" r="15926"/>
          <a:stretch/>
        </p:blipFill>
        <p:spPr>
          <a:xfrm>
            <a:off x="769327" y="1850563"/>
            <a:ext cx="2077672" cy="3071041"/>
          </a:xfrm>
          <a:prstGeom prst="rect">
            <a:avLst/>
          </a:prstGeom>
        </p:spPr>
      </p:pic>
      <p:sp>
        <p:nvSpPr>
          <p:cNvPr id="44" name="Freeform 33"/>
          <p:cNvSpPr>
            <a:spLocks noEditPoints="1"/>
          </p:cNvSpPr>
          <p:nvPr/>
        </p:nvSpPr>
        <p:spPr bwMode="auto">
          <a:xfrm>
            <a:off x="-1087846" y="3386084"/>
            <a:ext cx="891903" cy="1008702"/>
          </a:xfrm>
          <a:custGeom>
            <a:avLst/>
            <a:gdLst>
              <a:gd name="T0" fmla="*/ 20 w 78"/>
              <a:gd name="T1" fmla="*/ 7 h 88"/>
              <a:gd name="T2" fmla="*/ 20 w 78"/>
              <a:gd name="T3" fmla="*/ 11 h 88"/>
              <a:gd name="T4" fmla="*/ 5 w 78"/>
              <a:gd name="T5" fmla="*/ 6 h 88"/>
              <a:gd name="T6" fmla="*/ 1 w 78"/>
              <a:gd name="T7" fmla="*/ 8 h 88"/>
              <a:gd name="T8" fmla="*/ 0 w 78"/>
              <a:gd name="T9" fmla="*/ 20 h 88"/>
              <a:gd name="T10" fmla="*/ 3 w 78"/>
              <a:gd name="T11" fmla="*/ 38 h 88"/>
              <a:gd name="T12" fmla="*/ 17 w 78"/>
              <a:gd name="T13" fmla="*/ 49 h 88"/>
              <a:gd name="T14" fmla="*/ 20 w 78"/>
              <a:gd name="T15" fmla="*/ 50 h 88"/>
              <a:gd name="T16" fmla="*/ 20 w 78"/>
              <a:gd name="T17" fmla="*/ 49 h 88"/>
              <a:gd name="T18" fmla="*/ 31 w 78"/>
              <a:gd name="T19" fmla="*/ 52 h 88"/>
              <a:gd name="T20" fmla="*/ 31 w 78"/>
              <a:gd name="T21" fmla="*/ 64 h 88"/>
              <a:gd name="T22" fmla="*/ 27 w 78"/>
              <a:gd name="T23" fmla="*/ 64 h 88"/>
              <a:gd name="T24" fmla="*/ 27 w 78"/>
              <a:gd name="T25" fmla="*/ 68 h 88"/>
              <a:gd name="T26" fmla="*/ 15 w 78"/>
              <a:gd name="T27" fmla="*/ 68 h 88"/>
              <a:gd name="T28" fmla="*/ 15 w 78"/>
              <a:gd name="T29" fmla="*/ 88 h 88"/>
              <a:gd name="T30" fmla="*/ 64 w 78"/>
              <a:gd name="T31" fmla="*/ 88 h 88"/>
              <a:gd name="T32" fmla="*/ 64 w 78"/>
              <a:gd name="T33" fmla="*/ 68 h 88"/>
              <a:gd name="T34" fmla="*/ 52 w 78"/>
              <a:gd name="T35" fmla="*/ 68 h 88"/>
              <a:gd name="T36" fmla="*/ 52 w 78"/>
              <a:gd name="T37" fmla="*/ 64 h 88"/>
              <a:gd name="T38" fmla="*/ 47 w 78"/>
              <a:gd name="T39" fmla="*/ 64 h 88"/>
              <a:gd name="T40" fmla="*/ 47 w 78"/>
              <a:gd name="T41" fmla="*/ 52 h 88"/>
              <a:gd name="T42" fmla="*/ 58 w 78"/>
              <a:gd name="T43" fmla="*/ 49 h 88"/>
              <a:gd name="T44" fmla="*/ 58 w 78"/>
              <a:gd name="T45" fmla="*/ 50 h 88"/>
              <a:gd name="T46" fmla="*/ 61 w 78"/>
              <a:gd name="T47" fmla="*/ 49 h 88"/>
              <a:gd name="T48" fmla="*/ 75 w 78"/>
              <a:gd name="T49" fmla="*/ 38 h 88"/>
              <a:gd name="T50" fmla="*/ 78 w 78"/>
              <a:gd name="T51" fmla="*/ 20 h 88"/>
              <a:gd name="T52" fmla="*/ 77 w 78"/>
              <a:gd name="T53" fmla="*/ 8 h 88"/>
              <a:gd name="T54" fmla="*/ 73 w 78"/>
              <a:gd name="T55" fmla="*/ 6 h 88"/>
              <a:gd name="T56" fmla="*/ 58 w 78"/>
              <a:gd name="T57" fmla="*/ 11 h 88"/>
              <a:gd name="T58" fmla="*/ 58 w 78"/>
              <a:gd name="T59" fmla="*/ 7 h 88"/>
              <a:gd name="T60" fmla="*/ 60 w 78"/>
              <a:gd name="T61" fmla="*/ 7 h 88"/>
              <a:gd name="T62" fmla="*/ 60 w 78"/>
              <a:gd name="T63" fmla="*/ 0 h 88"/>
              <a:gd name="T64" fmla="*/ 17 w 78"/>
              <a:gd name="T65" fmla="*/ 0 h 88"/>
              <a:gd name="T66" fmla="*/ 17 w 78"/>
              <a:gd name="T67" fmla="*/ 7 h 88"/>
              <a:gd name="T68" fmla="*/ 20 w 78"/>
              <a:gd name="T69" fmla="*/ 7 h 88"/>
              <a:gd name="T70" fmla="*/ 63 w 78"/>
              <a:gd name="T71" fmla="*/ 42 h 88"/>
              <a:gd name="T72" fmla="*/ 59 w 78"/>
              <a:gd name="T73" fmla="*/ 20 h 88"/>
              <a:gd name="T74" fmla="*/ 61 w 78"/>
              <a:gd name="T75" fmla="*/ 22 h 88"/>
              <a:gd name="T76" fmla="*/ 66 w 78"/>
              <a:gd name="T77" fmla="*/ 18 h 88"/>
              <a:gd name="T78" fmla="*/ 64 w 78"/>
              <a:gd name="T79" fmla="*/ 16 h 88"/>
              <a:gd name="T80" fmla="*/ 71 w 78"/>
              <a:gd name="T81" fmla="*/ 13 h 88"/>
              <a:gd name="T82" fmla="*/ 72 w 78"/>
              <a:gd name="T83" fmla="*/ 20 h 88"/>
              <a:gd name="T84" fmla="*/ 69 w 78"/>
              <a:gd name="T85" fmla="*/ 36 h 88"/>
              <a:gd name="T86" fmla="*/ 63 w 78"/>
              <a:gd name="T87" fmla="*/ 42 h 88"/>
              <a:gd name="T88" fmla="*/ 19 w 78"/>
              <a:gd name="T89" fmla="*/ 20 h 88"/>
              <a:gd name="T90" fmla="*/ 15 w 78"/>
              <a:gd name="T91" fmla="*/ 42 h 88"/>
              <a:gd name="T92" fmla="*/ 9 w 78"/>
              <a:gd name="T93" fmla="*/ 36 h 88"/>
              <a:gd name="T94" fmla="*/ 6 w 78"/>
              <a:gd name="T95" fmla="*/ 20 h 88"/>
              <a:gd name="T96" fmla="*/ 7 w 78"/>
              <a:gd name="T97" fmla="*/ 13 h 88"/>
              <a:gd name="T98" fmla="*/ 14 w 78"/>
              <a:gd name="T99" fmla="*/ 16 h 88"/>
              <a:gd name="T100" fmla="*/ 12 w 78"/>
              <a:gd name="T101" fmla="*/ 18 h 88"/>
              <a:gd name="T102" fmla="*/ 17 w 78"/>
              <a:gd name="T103" fmla="*/ 22 h 88"/>
              <a:gd name="T104" fmla="*/ 19 w 78"/>
              <a:gd name="T105" fmla="*/ 20 h 88"/>
              <a:gd name="T106" fmla="*/ 32 w 78"/>
              <a:gd name="T107" fmla="*/ 10 h 88"/>
              <a:gd name="T108" fmla="*/ 32 w 78"/>
              <a:gd name="T109" fmla="*/ 45 h 88"/>
              <a:gd name="T110" fmla="*/ 25 w 78"/>
              <a:gd name="T111" fmla="*/ 41 h 88"/>
              <a:gd name="T112" fmla="*/ 28 w 78"/>
              <a:gd name="T113" fmla="*/ 14 h 88"/>
              <a:gd name="T114" fmla="*/ 28 w 78"/>
              <a:gd name="T115" fmla="*/ 10 h 88"/>
              <a:gd name="T116" fmla="*/ 32 w 78"/>
              <a:gd name="T117" fmla="*/ 10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8" h="88">
                <a:moveTo>
                  <a:pt x="20" y="7"/>
                </a:moveTo>
                <a:cubicBezTo>
                  <a:pt x="20" y="8"/>
                  <a:pt x="21" y="10"/>
                  <a:pt x="20" y="11"/>
                </a:cubicBezTo>
                <a:cubicBezTo>
                  <a:pt x="5" y="6"/>
                  <a:pt x="5" y="6"/>
                  <a:pt x="5" y="6"/>
                </a:cubicBezTo>
                <a:cubicBezTo>
                  <a:pt x="1" y="8"/>
                  <a:pt x="1" y="8"/>
                  <a:pt x="1" y="8"/>
                </a:cubicBezTo>
                <a:cubicBezTo>
                  <a:pt x="0" y="11"/>
                  <a:pt x="0" y="16"/>
                  <a:pt x="0" y="20"/>
                </a:cubicBezTo>
                <a:cubicBezTo>
                  <a:pt x="0" y="26"/>
                  <a:pt x="1" y="33"/>
                  <a:pt x="3" y="38"/>
                </a:cubicBezTo>
                <a:cubicBezTo>
                  <a:pt x="6" y="44"/>
                  <a:pt x="10" y="48"/>
                  <a:pt x="17" y="49"/>
                </a:cubicBezTo>
                <a:cubicBezTo>
                  <a:pt x="18" y="50"/>
                  <a:pt x="19" y="50"/>
                  <a:pt x="20" y="50"/>
                </a:cubicBezTo>
                <a:cubicBezTo>
                  <a:pt x="20" y="49"/>
                  <a:pt x="20" y="49"/>
                  <a:pt x="20" y="49"/>
                </a:cubicBezTo>
                <a:cubicBezTo>
                  <a:pt x="22" y="51"/>
                  <a:pt x="26" y="52"/>
                  <a:pt x="31" y="52"/>
                </a:cubicBezTo>
                <a:cubicBezTo>
                  <a:pt x="31" y="64"/>
                  <a:pt x="31" y="64"/>
                  <a:pt x="31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27" y="68"/>
                  <a:pt x="27" y="68"/>
                  <a:pt x="27" y="68"/>
                </a:cubicBezTo>
                <a:cubicBezTo>
                  <a:pt x="15" y="68"/>
                  <a:pt x="15" y="68"/>
                  <a:pt x="15" y="68"/>
                </a:cubicBezTo>
                <a:cubicBezTo>
                  <a:pt x="15" y="88"/>
                  <a:pt x="15" y="88"/>
                  <a:pt x="15" y="88"/>
                </a:cubicBezTo>
                <a:cubicBezTo>
                  <a:pt x="64" y="88"/>
                  <a:pt x="64" y="88"/>
                  <a:pt x="64" y="88"/>
                </a:cubicBezTo>
                <a:cubicBezTo>
                  <a:pt x="64" y="68"/>
                  <a:pt x="64" y="68"/>
                  <a:pt x="64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4"/>
                  <a:pt x="52" y="64"/>
                  <a:pt x="52" y="64"/>
                </a:cubicBezTo>
                <a:cubicBezTo>
                  <a:pt x="47" y="64"/>
                  <a:pt x="47" y="64"/>
                  <a:pt x="47" y="64"/>
                </a:cubicBezTo>
                <a:cubicBezTo>
                  <a:pt x="47" y="52"/>
                  <a:pt x="47" y="52"/>
                  <a:pt x="47" y="52"/>
                </a:cubicBezTo>
                <a:cubicBezTo>
                  <a:pt x="52" y="52"/>
                  <a:pt x="56" y="51"/>
                  <a:pt x="58" y="49"/>
                </a:cubicBezTo>
                <a:cubicBezTo>
                  <a:pt x="58" y="50"/>
                  <a:pt x="58" y="50"/>
                  <a:pt x="58" y="50"/>
                </a:cubicBezTo>
                <a:cubicBezTo>
                  <a:pt x="59" y="50"/>
                  <a:pt x="60" y="50"/>
                  <a:pt x="61" y="49"/>
                </a:cubicBezTo>
                <a:cubicBezTo>
                  <a:pt x="68" y="48"/>
                  <a:pt x="72" y="44"/>
                  <a:pt x="75" y="38"/>
                </a:cubicBezTo>
                <a:cubicBezTo>
                  <a:pt x="77" y="33"/>
                  <a:pt x="78" y="26"/>
                  <a:pt x="78" y="20"/>
                </a:cubicBezTo>
                <a:cubicBezTo>
                  <a:pt x="78" y="16"/>
                  <a:pt x="78" y="11"/>
                  <a:pt x="77" y="8"/>
                </a:cubicBezTo>
                <a:cubicBezTo>
                  <a:pt x="73" y="6"/>
                  <a:pt x="73" y="6"/>
                  <a:pt x="73" y="6"/>
                </a:cubicBezTo>
                <a:cubicBezTo>
                  <a:pt x="58" y="11"/>
                  <a:pt x="58" y="11"/>
                  <a:pt x="58" y="11"/>
                </a:cubicBezTo>
                <a:cubicBezTo>
                  <a:pt x="57" y="10"/>
                  <a:pt x="58" y="8"/>
                  <a:pt x="58" y="7"/>
                </a:cubicBezTo>
                <a:cubicBezTo>
                  <a:pt x="60" y="7"/>
                  <a:pt x="60" y="7"/>
                  <a:pt x="60" y="7"/>
                </a:cubicBezTo>
                <a:cubicBezTo>
                  <a:pt x="60" y="0"/>
                  <a:pt x="60" y="0"/>
                  <a:pt x="6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7"/>
                  <a:pt x="17" y="7"/>
                  <a:pt x="17" y="7"/>
                </a:cubicBezTo>
                <a:cubicBezTo>
                  <a:pt x="20" y="7"/>
                  <a:pt x="20" y="7"/>
                  <a:pt x="20" y="7"/>
                </a:cubicBezTo>
                <a:close/>
                <a:moveTo>
                  <a:pt x="63" y="42"/>
                </a:moveTo>
                <a:cubicBezTo>
                  <a:pt x="64" y="36"/>
                  <a:pt x="60" y="28"/>
                  <a:pt x="59" y="20"/>
                </a:cubicBezTo>
                <a:cubicBezTo>
                  <a:pt x="61" y="22"/>
                  <a:pt x="61" y="22"/>
                  <a:pt x="61" y="22"/>
                </a:cubicBezTo>
                <a:cubicBezTo>
                  <a:pt x="66" y="18"/>
                  <a:pt x="66" y="18"/>
                  <a:pt x="66" y="18"/>
                </a:cubicBezTo>
                <a:cubicBezTo>
                  <a:pt x="64" y="16"/>
                  <a:pt x="64" y="16"/>
                  <a:pt x="64" y="16"/>
                </a:cubicBezTo>
                <a:cubicBezTo>
                  <a:pt x="71" y="13"/>
                  <a:pt x="71" y="13"/>
                  <a:pt x="71" y="13"/>
                </a:cubicBezTo>
                <a:cubicBezTo>
                  <a:pt x="72" y="15"/>
                  <a:pt x="72" y="18"/>
                  <a:pt x="72" y="20"/>
                </a:cubicBezTo>
                <a:cubicBezTo>
                  <a:pt x="71" y="26"/>
                  <a:pt x="71" y="31"/>
                  <a:pt x="69" y="36"/>
                </a:cubicBezTo>
                <a:cubicBezTo>
                  <a:pt x="67" y="39"/>
                  <a:pt x="65" y="41"/>
                  <a:pt x="63" y="42"/>
                </a:cubicBezTo>
                <a:close/>
                <a:moveTo>
                  <a:pt x="19" y="20"/>
                </a:moveTo>
                <a:cubicBezTo>
                  <a:pt x="17" y="28"/>
                  <a:pt x="14" y="36"/>
                  <a:pt x="15" y="42"/>
                </a:cubicBezTo>
                <a:cubicBezTo>
                  <a:pt x="13" y="41"/>
                  <a:pt x="11" y="39"/>
                  <a:pt x="9" y="36"/>
                </a:cubicBezTo>
                <a:cubicBezTo>
                  <a:pt x="7" y="31"/>
                  <a:pt x="6" y="26"/>
                  <a:pt x="6" y="20"/>
                </a:cubicBezTo>
                <a:cubicBezTo>
                  <a:pt x="6" y="18"/>
                  <a:pt x="6" y="15"/>
                  <a:pt x="7" y="13"/>
                </a:cubicBezTo>
                <a:cubicBezTo>
                  <a:pt x="14" y="16"/>
                  <a:pt x="14" y="16"/>
                  <a:pt x="14" y="16"/>
                </a:cubicBezTo>
                <a:cubicBezTo>
                  <a:pt x="12" y="18"/>
                  <a:pt x="12" y="18"/>
                  <a:pt x="12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0"/>
                  <a:pt x="19" y="20"/>
                  <a:pt x="19" y="20"/>
                </a:cubicBezTo>
                <a:close/>
                <a:moveTo>
                  <a:pt x="32" y="10"/>
                </a:moveTo>
                <a:cubicBezTo>
                  <a:pt x="32" y="45"/>
                  <a:pt x="32" y="45"/>
                  <a:pt x="32" y="45"/>
                </a:cubicBezTo>
                <a:cubicBezTo>
                  <a:pt x="32" y="45"/>
                  <a:pt x="27" y="45"/>
                  <a:pt x="25" y="41"/>
                </a:cubicBezTo>
                <a:cubicBezTo>
                  <a:pt x="24" y="37"/>
                  <a:pt x="28" y="16"/>
                  <a:pt x="28" y="14"/>
                </a:cubicBezTo>
                <a:cubicBezTo>
                  <a:pt x="28" y="13"/>
                  <a:pt x="28" y="10"/>
                  <a:pt x="28" y="10"/>
                </a:cubicBezTo>
                <a:lnTo>
                  <a:pt x="32" y="1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roup 12"/>
          <p:cNvGrpSpPr/>
          <p:nvPr/>
        </p:nvGrpSpPr>
        <p:grpSpPr>
          <a:xfrm>
            <a:off x="-1009469" y="5153471"/>
            <a:ext cx="593155" cy="593155"/>
            <a:chOff x="9632897" y="4527485"/>
            <a:chExt cx="755703" cy="755703"/>
          </a:xfrm>
        </p:grpSpPr>
        <p:sp>
          <p:nvSpPr>
            <p:cNvPr id="49" name="Oval 19"/>
            <p:cNvSpPr/>
            <p:nvPr/>
          </p:nvSpPr>
          <p:spPr>
            <a:xfrm>
              <a:off x="9632897" y="4527485"/>
              <a:ext cx="755703" cy="75570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35"/>
            <p:cNvSpPr>
              <a:spLocks/>
            </p:cNvSpPr>
            <p:nvPr/>
          </p:nvSpPr>
          <p:spPr bwMode="auto">
            <a:xfrm>
              <a:off x="9841036" y="4746208"/>
              <a:ext cx="349218" cy="320594"/>
            </a:xfrm>
            <a:custGeom>
              <a:avLst/>
              <a:gdLst>
                <a:gd name="T0" fmla="*/ 29 w 85"/>
                <a:gd name="T1" fmla="*/ 0 h 78"/>
                <a:gd name="T2" fmla="*/ 34 w 85"/>
                <a:gd name="T3" fmla="*/ 29 h 78"/>
                <a:gd name="T4" fmla="*/ 8 w 85"/>
                <a:gd name="T5" fmla="*/ 29 h 78"/>
                <a:gd name="T6" fmla="*/ 6 w 85"/>
                <a:gd name="T7" fmla="*/ 29 h 78"/>
                <a:gd name="T8" fmla="*/ 0 w 85"/>
                <a:gd name="T9" fmla="*/ 35 h 78"/>
                <a:gd name="T10" fmla="*/ 0 w 85"/>
                <a:gd name="T11" fmla="*/ 35 h 78"/>
                <a:gd name="T12" fmla="*/ 4 w 85"/>
                <a:gd name="T13" fmla="*/ 42 h 78"/>
                <a:gd name="T14" fmla="*/ 0 w 85"/>
                <a:gd name="T15" fmla="*/ 47 h 78"/>
                <a:gd name="T16" fmla="*/ 0 w 85"/>
                <a:gd name="T17" fmla="*/ 47 h 78"/>
                <a:gd name="T18" fmla="*/ 5 w 85"/>
                <a:gd name="T19" fmla="*/ 54 h 78"/>
                <a:gd name="T20" fmla="*/ 4 w 85"/>
                <a:gd name="T21" fmla="*/ 58 h 78"/>
                <a:gd name="T22" fmla="*/ 4 w 85"/>
                <a:gd name="T23" fmla="*/ 58 h 78"/>
                <a:gd name="T24" fmla="*/ 10 w 85"/>
                <a:gd name="T25" fmla="*/ 65 h 78"/>
                <a:gd name="T26" fmla="*/ 11 w 85"/>
                <a:gd name="T27" fmla="*/ 65 h 78"/>
                <a:gd name="T28" fmla="*/ 9 w 85"/>
                <a:gd name="T29" fmla="*/ 70 h 78"/>
                <a:gd name="T30" fmla="*/ 9 w 85"/>
                <a:gd name="T31" fmla="*/ 70 h 78"/>
                <a:gd name="T32" fmla="*/ 15 w 85"/>
                <a:gd name="T33" fmla="*/ 77 h 78"/>
                <a:gd name="T34" fmla="*/ 29 w 85"/>
                <a:gd name="T35" fmla="*/ 77 h 78"/>
                <a:gd name="T36" fmla="*/ 45 w 85"/>
                <a:gd name="T37" fmla="*/ 77 h 78"/>
                <a:gd name="T38" fmla="*/ 46 w 85"/>
                <a:gd name="T39" fmla="*/ 77 h 78"/>
                <a:gd name="T40" fmla="*/ 51 w 85"/>
                <a:gd name="T41" fmla="*/ 71 h 78"/>
                <a:gd name="T42" fmla="*/ 66 w 85"/>
                <a:gd name="T43" fmla="*/ 69 h 78"/>
                <a:gd name="T44" fmla="*/ 66 w 85"/>
                <a:gd name="T45" fmla="*/ 78 h 78"/>
                <a:gd name="T46" fmla="*/ 85 w 85"/>
                <a:gd name="T47" fmla="*/ 78 h 78"/>
                <a:gd name="T48" fmla="*/ 85 w 85"/>
                <a:gd name="T49" fmla="*/ 25 h 78"/>
                <a:gd name="T50" fmla="*/ 66 w 85"/>
                <a:gd name="T51" fmla="*/ 25 h 78"/>
                <a:gd name="T52" fmla="*/ 66 w 85"/>
                <a:gd name="T53" fmla="*/ 32 h 78"/>
                <a:gd name="T54" fmla="*/ 61 w 85"/>
                <a:gd name="T55" fmla="*/ 32 h 78"/>
                <a:gd name="T56" fmla="*/ 29 w 85"/>
                <a:gd name="T5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5" h="78">
                  <a:moveTo>
                    <a:pt x="29" y="0"/>
                  </a:moveTo>
                  <a:cubicBezTo>
                    <a:pt x="1" y="7"/>
                    <a:pt x="33" y="28"/>
                    <a:pt x="34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3" y="29"/>
                    <a:pt x="0" y="32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8"/>
                    <a:pt x="1" y="41"/>
                    <a:pt x="4" y="42"/>
                  </a:cubicBezTo>
                  <a:cubicBezTo>
                    <a:pt x="2" y="43"/>
                    <a:pt x="0" y="45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1"/>
                    <a:pt x="2" y="53"/>
                    <a:pt x="5" y="54"/>
                  </a:cubicBezTo>
                  <a:cubicBezTo>
                    <a:pt x="4" y="55"/>
                    <a:pt x="4" y="57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62"/>
                    <a:pt x="7" y="65"/>
                    <a:pt x="10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9" y="66"/>
                    <a:pt x="9" y="68"/>
                    <a:pt x="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4"/>
                    <a:pt x="12" y="77"/>
                    <a:pt x="15" y="77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51" y="71"/>
                    <a:pt x="51" y="71"/>
                    <a:pt x="51" y="71"/>
                  </a:cubicBezTo>
                  <a:cubicBezTo>
                    <a:pt x="66" y="69"/>
                    <a:pt x="66" y="69"/>
                    <a:pt x="66" y="69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85" y="78"/>
                    <a:pt x="85" y="78"/>
                    <a:pt x="85" y="78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7" y="16"/>
                    <a:pt x="32" y="17"/>
                    <a:pt x="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01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4" name="矩形 3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TextBox 18"/>
            <p:cNvSpPr txBox="1"/>
            <p:nvPr/>
          </p:nvSpPr>
          <p:spPr>
            <a:xfrm>
              <a:off x="1519518" y="395580"/>
              <a:ext cx="72815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口测是怎么回事？</a:t>
              </a: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18" name="文本框 4"/>
          <p:cNvSpPr txBox="1">
            <a:spLocks noChangeArrowheads="1"/>
          </p:cNvSpPr>
          <p:nvPr/>
        </p:nvSpPr>
        <p:spPr bwMode="auto">
          <a:xfrm>
            <a:off x="3326243" y="3621338"/>
            <a:ext cx="24923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服务？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4"/>
          <p:cNvSpPr txBox="1">
            <a:spLocks noChangeArrowheads="1"/>
          </p:cNvSpPr>
          <p:nvPr/>
        </p:nvSpPr>
        <p:spPr bwMode="auto">
          <a:xfrm>
            <a:off x="6762750" y="3138488"/>
            <a:ext cx="2492375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踢单？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主管部门负责人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600" y="3996554"/>
            <a:ext cx="3602037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本框 4"/>
          <p:cNvSpPr txBox="1">
            <a:spLocks noChangeArrowheads="1"/>
          </p:cNvSpPr>
          <p:nvPr/>
        </p:nvSpPr>
        <p:spPr bwMode="auto">
          <a:xfrm>
            <a:off x="3587764" y="2285452"/>
            <a:ext cx="403187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</a:t>
            </a:r>
            <a:r>
              <a:rPr lang="zh-CN" altLang="en-US" sz="6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机会！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761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2" grpId="0"/>
      <p:bldP spid="22" grpId="1"/>
      <p:bldP spid="22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126" y="1933305"/>
            <a:ext cx="2000468" cy="821400"/>
          </a:xfrm>
          <a:prstGeom prst="rect">
            <a:avLst/>
          </a:prstGeom>
        </p:spPr>
      </p:pic>
      <p:sp>
        <p:nvSpPr>
          <p:cNvPr id="3" name="TextBox 18"/>
          <p:cNvSpPr txBox="1"/>
          <p:nvPr/>
        </p:nvSpPr>
        <p:spPr>
          <a:xfrm>
            <a:off x="936854" y="2571823"/>
            <a:ext cx="121129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口</a:t>
            </a:r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测</a:t>
            </a:r>
            <a:r>
              <a:rPr lang="en-US" altLang="zh-CN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多</a:t>
            </a:r>
            <a:r>
              <a:rPr lang="zh-CN" altLang="en-US" sz="6600" b="1" dirty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一个沟通的理由</a:t>
            </a:r>
          </a:p>
        </p:txBody>
      </p:sp>
      <p:sp>
        <p:nvSpPr>
          <p:cNvPr id="4" name="TextBox 18"/>
          <p:cNvSpPr txBox="1"/>
          <p:nvPr/>
        </p:nvSpPr>
        <p:spPr>
          <a:xfrm>
            <a:off x="896513" y="2513360"/>
            <a:ext cx="103412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口</a:t>
            </a:r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测</a:t>
            </a:r>
            <a:r>
              <a:rPr lang="en-US" altLang="zh-CN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多一个沟通的理由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49029" y="1366774"/>
            <a:ext cx="1431802" cy="31547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99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×</a:t>
            </a:r>
            <a:endParaRPr lang="zh-CN" altLang="en-US" sz="199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TextBox 18"/>
          <p:cNvSpPr txBox="1"/>
          <p:nvPr/>
        </p:nvSpPr>
        <p:spPr>
          <a:xfrm>
            <a:off x="4120136" y="2524683"/>
            <a:ext cx="2723823" cy="110799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高效的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64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apezoid 8"/>
          <p:cNvSpPr/>
          <p:nvPr/>
        </p:nvSpPr>
        <p:spPr>
          <a:xfrm rot="16200000">
            <a:off x="2453955" y="3324370"/>
            <a:ext cx="975866" cy="161358"/>
          </a:xfrm>
          <a:prstGeom prst="trapezoid">
            <a:avLst>
              <a:gd name="adj" fmla="val 69837"/>
            </a:avLst>
          </a:prstGeom>
          <a:solidFill>
            <a:schemeClr val="accent3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2861206" y="2959978"/>
            <a:ext cx="8811682" cy="852211"/>
          </a:xfrm>
          <a:prstGeom prst="homePlate">
            <a:avLst>
              <a:gd name="adj" fmla="val 36274"/>
            </a:avLst>
          </a:prstGeom>
          <a:solidFill>
            <a:srgbClr val="FF9933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8"/>
          <p:cNvSpPr txBox="1"/>
          <p:nvPr/>
        </p:nvSpPr>
        <p:spPr>
          <a:xfrm>
            <a:off x="2976175" y="3001473"/>
            <a:ext cx="540392" cy="7694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7" name="Rectangle 1113"/>
          <p:cNvSpPr/>
          <p:nvPr/>
        </p:nvSpPr>
        <p:spPr>
          <a:xfrm>
            <a:off x="4569610" y="3026758"/>
            <a:ext cx="62396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口测前需要做什么？</a:t>
            </a:r>
            <a:endParaRPr lang="en-GB" altLang="zh-C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4" name="Freeform 1108"/>
          <p:cNvSpPr>
            <a:spLocks noEditPoints="1"/>
          </p:cNvSpPr>
          <p:nvPr/>
        </p:nvSpPr>
        <p:spPr bwMode="auto">
          <a:xfrm>
            <a:off x="3882609" y="3055209"/>
            <a:ext cx="580371" cy="592157"/>
          </a:xfrm>
          <a:custGeom>
            <a:avLst/>
            <a:gdLst>
              <a:gd name="T0" fmla="*/ 87 w 91"/>
              <a:gd name="T1" fmla="*/ 39 h 93"/>
              <a:gd name="T2" fmla="*/ 91 w 91"/>
              <a:gd name="T3" fmla="*/ 46 h 93"/>
              <a:gd name="T4" fmla="*/ 91 w 91"/>
              <a:gd name="T5" fmla="*/ 83 h 93"/>
              <a:gd name="T6" fmla="*/ 81 w 91"/>
              <a:gd name="T7" fmla="*/ 93 h 93"/>
              <a:gd name="T8" fmla="*/ 10 w 91"/>
              <a:gd name="T9" fmla="*/ 93 h 93"/>
              <a:gd name="T10" fmla="*/ 0 w 91"/>
              <a:gd name="T11" fmla="*/ 83 h 93"/>
              <a:gd name="T12" fmla="*/ 0 w 91"/>
              <a:gd name="T13" fmla="*/ 46 h 93"/>
              <a:gd name="T14" fmla="*/ 3 w 91"/>
              <a:gd name="T15" fmla="*/ 40 h 93"/>
              <a:gd name="T16" fmla="*/ 3 w 91"/>
              <a:gd name="T17" fmla="*/ 40 h 93"/>
              <a:gd name="T18" fmla="*/ 3 w 91"/>
              <a:gd name="T19" fmla="*/ 40 h 93"/>
              <a:gd name="T20" fmla="*/ 3 w 91"/>
              <a:gd name="T21" fmla="*/ 39 h 93"/>
              <a:gd name="T22" fmla="*/ 40 w 91"/>
              <a:gd name="T23" fmla="*/ 3 h 93"/>
              <a:gd name="T24" fmla="*/ 51 w 91"/>
              <a:gd name="T25" fmla="*/ 3 h 93"/>
              <a:gd name="T26" fmla="*/ 87 w 91"/>
              <a:gd name="T27" fmla="*/ 39 h 93"/>
              <a:gd name="T28" fmla="*/ 16 w 91"/>
              <a:gd name="T29" fmla="*/ 30 h 93"/>
              <a:gd name="T30" fmla="*/ 16 w 91"/>
              <a:gd name="T31" fmla="*/ 52 h 93"/>
              <a:gd name="T32" fmla="*/ 46 w 91"/>
              <a:gd name="T33" fmla="*/ 75 h 93"/>
              <a:gd name="T34" fmla="*/ 73 w 91"/>
              <a:gd name="T35" fmla="*/ 54 h 93"/>
              <a:gd name="T36" fmla="*/ 73 w 91"/>
              <a:gd name="T37" fmla="*/ 30 h 93"/>
              <a:gd name="T38" fmla="*/ 16 w 91"/>
              <a:gd name="T39" fmla="*/ 30 h 93"/>
              <a:gd name="T40" fmla="*/ 26 w 91"/>
              <a:gd name="T41" fmla="*/ 35 h 93"/>
              <a:gd name="T42" fmla="*/ 26 w 91"/>
              <a:gd name="T43" fmla="*/ 39 h 93"/>
              <a:gd name="T44" fmla="*/ 64 w 91"/>
              <a:gd name="T45" fmla="*/ 39 h 93"/>
              <a:gd name="T46" fmla="*/ 64 w 91"/>
              <a:gd name="T47" fmla="*/ 35 h 93"/>
              <a:gd name="T48" fmla="*/ 26 w 91"/>
              <a:gd name="T49" fmla="*/ 35 h 93"/>
              <a:gd name="T50" fmla="*/ 26 w 91"/>
              <a:gd name="T51" fmla="*/ 51 h 93"/>
              <a:gd name="T52" fmla="*/ 26 w 91"/>
              <a:gd name="T53" fmla="*/ 55 h 93"/>
              <a:gd name="T54" fmla="*/ 64 w 91"/>
              <a:gd name="T55" fmla="*/ 55 h 93"/>
              <a:gd name="T56" fmla="*/ 64 w 91"/>
              <a:gd name="T57" fmla="*/ 51 h 93"/>
              <a:gd name="T58" fmla="*/ 26 w 91"/>
              <a:gd name="T59" fmla="*/ 51 h 93"/>
              <a:gd name="T60" fmla="*/ 26 w 91"/>
              <a:gd name="T61" fmla="*/ 43 h 93"/>
              <a:gd name="T62" fmla="*/ 26 w 91"/>
              <a:gd name="T63" fmla="*/ 47 h 93"/>
              <a:gd name="T64" fmla="*/ 64 w 91"/>
              <a:gd name="T65" fmla="*/ 47 h 93"/>
              <a:gd name="T66" fmla="*/ 64 w 91"/>
              <a:gd name="T67" fmla="*/ 43 h 93"/>
              <a:gd name="T68" fmla="*/ 26 w 91"/>
              <a:gd name="T69" fmla="*/ 43 h 93"/>
              <a:gd name="T70" fmla="*/ 10 w 91"/>
              <a:gd name="T71" fmla="*/ 87 h 93"/>
              <a:gd name="T72" fmla="*/ 28 w 91"/>
              <a:gd name="T73" fmla="*/ 70 h 93"/>
              <a:gd name="T74" fmla="*/ 28 w 91"/>
              <a:gd name="T75" fmla="*/ 67 h 93"/>
              <a:gd name="T76" fmla="*/ 26 w 91"/>
              <a:gd name="T77" fmla="*/ 67 h 93"/>
              <a:gd name="T78" fmla="*/ 8 w 91"/>
              <a:gd name="T79" fmla="*/ 84 h 93"/>
              <a:gd name="T80" fmla="*/ 8 w 91"/>
              <a:gd name="T81" fmla="*/ 87 h 93"/>
              <a:gd name="T82" fmla="*/ 10 w 91"/>
              <a:gd name="T83" fmla="*/ 87 h 93"/>
              <a:gd name="T84" fmla="*/ 85 w 91"/>
              <a:gd name="T85" fmla="*/ 84 h 93"/>
              <a:gd name="T86" fmla="*/ 67 w 91"/>
              <a:gd name="T87" fmla="*/ 67 h 93"/>
              <a:gd name="T88" fmla="*/ 64 w 91"/>
              <a:gd name="T89" fmla="*/ 67 h 93"/>
              <a:gd name="T90" fmla="*/ 64 w 91"/>
              <a:gd name="T91" fmla="*/ 70 h 93"/>
              <a:gd name="T92" fmla="*/ 82 w 91"/>
              <a:gd name="T93" fmla="*/ 87 h 93"/>
              <a:gd name="T94" fmla="*/ 85 w 91"/>
              <a:gd name="T95" fmla="*/ 87 h 93"/>
              <a:gd name="T96" fmla="*/ 85 w 91"/>
              <a:gd name="T97" fmla="*/ 84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1" h="93">
                <a:moveTo>
                  <a:pt x="87" y="39"/>
                </a:moveTo>
                <a:cubicBezTo>
                  <a:pt x="89" y="40"/>
                  <a:pt x="91" y="43"/>
                  <a:pt x="91" y="46"/>
                </a:cubicBezTo>
                <a:cubicBezTo>
                  <a:pt x="91" y="83"/>
                  <a:pt x="91" y="83"/>
                  <a:pt x="91" y="83"/>
                </a:cubicBezTo>
                <a:cubicBezTo>
                  <a:pt x="91" y="89"/>
                  <a:pt x="86" y="93"/>
                  <a:pt x="81" y="93"/>
                </a:cubicBezTo>
                <a:cubicBezTo>
                  <a:pt x="10" y="93"/>
                  <a:pt x="10" y="93"/>
                  <a:pt x="10" y="93"/>
                </a:cubicBezTo>
                <a:cubicBezTo>
                  <a:pt x="5" y="93"/>
                  <a:pt x="0" y="89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39"/>
                </a:cubicBezTo>
                <a:cubicBezTo>
                  <a:pt x="40" y="3"/>
                  <a:pt x="40" y="3"/>
                  <a:pt x="40" y="3"/>
                </a:cubicBezTo>
                <a:cubicBezTo>
                  <a:pt x="43" y="0"/>
                  <a:pt x="47" y="0"/>
                  <a:pt x="51" y="3"/>
                </a:cubicBezTo>
                <a:cubicBezTo>
                  <a:pt x="87" y="39"/>
                  <a:pt x="87" y="39"/>
                  <a:pt x="87" y="39"/>
                </a:cubicBezTo>
                <a:close/>
                <a:moveTo>
                  <a:pt x="16" y="30"/>
                </a:moveTo>
                <a:cubicBezTo>
                  <a:pt x="16" y="52"/>
                  <a:pt x="16" y="52"/>
                  <a:pt x="16" y="52"/>
                </a:cubicBezTo>
                <a:cubicBezTo>
                  <a:pt x="46" y="75"/>
                  <a:pt x="46" y="75"/>
                  <a:pt x="46" y="75"/>
                </a:cubicBezTo>
                <a:cubicBezTo>
                  <a:pt x="73" y="54"/>
                  <a:pt x="73" y="54"/>
                  <a:pt x="73" y="54"/>
                </a:cubicBezTo>
                <a:cubicBezTo>
                  <a:pt x="73" y="30"/>
                  <a:pt x="73" y="30"/>
                  <a:pt x="73" y="30"/>
                </a:cubicBezTo>
                <a:cubicBezTo>
                  <a:pt x="16" y="30"/>
                  <a:pt x="16" y="30"/>
                  <a:pt x="16" y="30"/>
                </a:cubicBezTo>
                <a:close/>
                <a:moveTo>
                  <a:pt x="26" y="35"/>
                </a:moveTo>
                <a:cubicBezTo>
                  <a:pt x="26" y="39"/>
                  <a:pt x="26" y="39"/>
                  <a:pt x="26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35"/>
                  <a:pt x="64" y="35"/>
                  <a:pt x="64" y="35"/>
                </a:cubicBezTo>
                <a:cubicBezTo>
                  <a:pt x="26" y="35"/>
                  <a:pt x="26" y="35"/>
                  <a:pt x="26" y="35"/>
                </a:cubicBezTo>
                <a:close/>
                <a:moveTo>
                  <a:pt x="26" y="51"/>
                </a:moveTo>
                <a:cubicBezTo>
                  <a:pt x="26" y="55"/>
                  <a:pt x="26" y="55"/>
                  <a:pt x="26" y="55"/>
                </a:cubicBezTo>
                <a:cubicBezTo>
                  <a:pt x="64" y="55"/>
                  <a:pt x="64" y="55"/>
                  <a:pt x="64" y="55"/>
                </a:cubicBezTo>
                <a:cubicBezTo>
                  <a:pt x="64" y="51"/>
                  <a:pt x="64" y="51"/>
                  <a:pt x="64" y="51"/>
                </a:cubicBezTo>
                <a:cubicBezTo>
                  <a:pt x="26" y="51"/>
                  <a:pt x="26" y="51"/>
                  <a:pt x="26" y="51"/>
                </a:cubicBezTo>
                <a:close/>
                <a:moveTo>
                  <a:pt x="26" y="43"/>
                </a:moveTo>
                <a:cubicBezTo>
                  <a:pt x="26" y="47"/>
                  <a:pt x="26" y="47"/>
                  <a:pt x="26" y="47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43"/>
                  <a:pt x="64" y="43"/>
                  <a:pt x="64" y="43"/>
                </a:cubicBezTo>
                <a:cubicBezTo>
                  <a:pt x="26" y="43"/>
                  <a:pt x="26" y="43"/>
                  <a:pt x="26" y="43"/>
                </a:cubicBezTo>
                <a:close/>
                <a:moveTo>
                  <a:pt x="10" y="87"/>
                </a:moveTo>
                <a:cubicBezTo>
                  <a:pt x="28" y="70"/>
                  <a:pt x="28" y="70"/>
                  <a:pt x="28" y="70"/>
                </a:cubicBezTo>
                <a:cubicBezTo>
                  <a:pt x="29" y="69"/>
                  <a:pt x="29" y="68"/>
                  <a:pt x="28" y="67"/>
                </a:cubicBezTo>
                <a:cubicBezTo>
                  <a:pt x="28" y="66"/>
                  <a:pt x="27" y="66"/>
                  <a:pt x="26" y="67"/>
                </a:cubicBezTo>
                <a:cubicBezTo>
                  <a:pt x="8" y="84"/>
                  <a:pt x="8" y="84"/>
                  <a:pt x="8" y="84"/>
                </a:cubicBezTo>
                <a:cubicBezTo>
                  <a:pt x="7" y="85"/>
                  <a:pt x="7" y="86"/>
                  <a:pt x="8" y="87"/>
                </a:cubicBezTo>
                <a:cubicBezTo>
                  <a:pt x="8" y="88"/>
                  <a:pt x="10" y="88"/>
                  <a:pt x="10" y="87"/>
                </a:cubicBezTo>
                <a:close/>
                <a:moveTo>
                  <a:pt x="85" y="84"/>
                </a:moveTo>
                <a:cubicBezTo>
                  <a:pt x="67" y="67"/>
                  <a:pt x="67" y="67"/>
                  <a:pt x="67" y="67"/>
                </a:cubicBezTo>
                <a:cubicBezTo>
                  <a:pt x="66" y="66"/>
                  <a:pt x="65" y="66"/>
                  <a:pt x="64" y="67"/>
                </a:cubicBezTo>
                <a:cubicBezTo>
                  <a:pt x="63" y="68"/>
                  <a:pt x="63" y="69"/>
                  <a:pt x="64" y="70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8"/>
                  <a:pt x="84" y="88"/>
                  <a:pt x="85" y="87"/>
                </a:cubicBezTo>
                <a:cubicBezTo>
                  <a:pt x="85" y="86"/>
                  <a:pt x="85" y="85"/>
                  <a:pt x="85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2" r="15926"/>
          <a:stretch/>
        </p:blipFill>
        <p:spPr>
          <a:xfrm>
            <a:off x="769327" y="1850563"/>
            <a:ext cx="2077672" cy="3071041"/>
          </a:xfrm>
          <a:prstGeom prst="rect">
            <a:avLst/>
          </a:prstGeom>
        </p:spPr>
      </p:pic>
      <p:sp>
        <p:nvSpPr>
          <p:cNvPr id="44" name="Freeform 33"/>
          <p:cNvSpPr>
            <a:spLocks noEditPoints="1"/>
          </p:cNvSpPr>
          <p:nvPr/>
        </p:nvSpPr>
        <p:spPr bwMode="auto">
          <a:xfrm>
            <a:off x="-1087846" y="3386084"/>
            <a:ext cx="891903" cy="1008702"/>
          </a:xfrm>
          <a:custGeom>
            <a:avLst/>
            <a:gdLst>
              <a:gd name="T0" fmla="*/ 20 w 78"/>
              <a:gd name="T1" fmla="*/ 7 h 88"/>
              <a:gd name="T2" fmla="*/ 20 w 78"/>
              <a:gd name="T3" fmla="*/ 11 h 88"/>
              <a:gd name="T4" fmla="*/ 5 w 78"/>
              <a:gd name="T5" fmla="*/ 6 h 88"/>
              <a:gd name="T6" fmla="*/ 1 w 78"/>
              <a:gd name="T7" fmla="*/ 8 h 88"/>
              <a:gd name="T8" fmla="*/ 0 w 78"/>
              <a:gd name="T9" fmla="*/ 20 h 88"/>
              <a:gd name="T10" fmla="*/ 3 w 78"/>
              <a:gd name="T11" fmla="*/ 38 h 88"/>
              <a:gd name="T12" fmla="*/ 17 w 78"/>
              <a:gd name="T13" fmla="*/ 49 h 88"/>
              <a:gd name="T14" fmla="*/ 20 w 78"/>
              <a:gd name="T15" fmla="*/ 50 h 88"/>
              <a:gd name="T16" fmla="*/ 20 w 78"/>
              <a:gd name="T17" fmla="*/ 49 h 88"/>
              <a:gd name="T18" fmla="*/ 31 w 78"/>
              <a:gd name="T19" fmla="*/ 52 h 88"/>
              <a:gd name="T20" fmla="*/ 31 w 78"/>
              <a:gd name="T21" fmla="*/ 64 h 88"/>
              <a:gd name="T22" fmla="*/ 27 w 78"/>
              <a:gd name="T23" fmla="*/ 64 h 88"/>
              <a:gd name="T24" fmla="*/ 27 w 78"/>
              <a:gd name="T25" fmla="*/ 68 h 88"/>
              <a:gd name="T26" fmla="*/ 15 w 78"/>
              <a:gd name="T27" fmla="*/ 68 h 88"/>
              <a:gd name="T28" fmla="*/ 15 w 78"/>
              <a:gd name="T29" fmla="*/ 88 h 88"/>
              <a:gd name="T30" fmla="*/ 64 w 78"/>
              <a:gd name="T31" fmla="*/ 88 h 88"/>
              <a:gd name="T32" fmla="*/ 64 w 78"/>
              <a:gd name="T33" fmla="*/ 68 h 88"/>
              <a:gd name="T34" fmla="*/ 52 w 78"/>
              <a:gd name="T35" fmla="*/ 68 h 88"/>
              <a:gd name="T36" fmla="*/ 52 w 78"/>
              <a:gd name="T37" fmla="*/ 64 h 88"/>
              <a:gd name="T38" fmla="*/ 47 w 78"/>
              <a:gd name="T39" fmla="*/ 64 h 88"/>
              <a:gd name="T40" fmla="*/ 47 w 78"/>
              <a:gd name="T41" fmla="*/ 52 h 88"/>
              <a:gd name="T42" fmla="*/ 58 w 78"/>
              <a:gd name="T43" fmla="*/ 49 h 88"/>
              <a:gd name="T44" fmla="*/ 58 w 78"/>
              <a:gd name="T45" fmla="*/ 50 h 88"/>
              <a:gd name="T46" fmla="*/ 61 w 78"/>
              <a:gd name="T47" fmla="*/ 49 h 88"/>
              <a:gd name="T48" fmla="*/ 75 w 78"/>
              <a:gd name="T49" fmla="*/ 38 h 88"/>
              <a:gd name="T50" fmla="*/ 78 w 78"/>
              <a:gd name="T51" fmla="*/ 20 h 88"/>
              <a:gd name="T52" fmla="*/ 77 w 78"/>
              <a:gd name="T53" fmla="*/ 8 h 88"/>
              <a:gd name="T54" fmla="*/ 73 w 78"/>
              <a:gd name="T55" fmla="*/ 6 h 88"/>
              <a:gd name="T56" fmla="*/ 58 w 78"/>
              <a:gd name="T57" fmla="*/ 11 h 88"/>
              <a:gd name="T58" fmla="*/ 58 w 78"/>
              <a:gd name="T59" fmla="*/ 7 h 88"/>
              <a:gd name="T60" fmla="*/ 60 w 78"/>
              <a:gd name="T61" fmla="*/ 7 h 88"/>
              <a:gd name="T62" fmla="*/ 60 w 78"/>
              <a:gd name="T63" fmla="*/ 0 h 88"/>
              <a:gd name="T64" fmla="*/ 17 w 78"/>
              <a:gd name="T65" fmla="*/ 0 h 88"/>
              <a:gd name="T66" fmla="*/ 17 w 78"/>
              <a:gd name="T67" fmla="*/ 7 h 88"/>
              <a:gd name="T68" fmla="*/ 20 w 78"/>
              <a:gd name="T69" fmla="*/ 7 h 88"/>
              <a:gd name="T70" fmla="*/ 63 w 78"/>
              <a:gd name="T71" fmla="*/ 42 h 88"/>
              <a:gd name="T72" fmla="*/ 59 w 78"/>
              <a:gd name="T73" fmla="*/ 20 h 88"/>
              <a:gd name="T74" fmla="*/ 61 w 78"/>
              <a:gd name="T75" fmla="*/ 22 h 88"/>
              <a:gd name="T76" fmla="*/ 66 w 78"/>
              <a:gd name="T77" fmla="*/ 18 h 88"/>
              <a:gd name="T78" fmla="*/ 64 w 78"/>
              <a:gd name="T79" fmla="*/ 16 h 88"/>
              <a:gd name="T80" fmla="*/ 71 w 78"/>
              <a:gd name="T81" fmla="*/ 13 h 88"/>
              <a:gd name="T82" fmla="*/ 72 w 78"/>
              <a:gd name="T83" fmla="*/ 20 h 88"/>
              <a:gd name="T84" fmla="*/ 69 w 78"/>
              <a:gd name="T85" fmla="*/ 36 h 88"/>
              <a:gd name="T86" fmla="*/ 63 w 78"/>
              <a:gd name="T87" fmla="*/ 42 h 88"/>
              <a:gd name="T88" fmla="*/ 19 w 78"/>
              <a:gd name="T89" fmla="*/ 20 h 88"/>
              <a:gd name="T90" fmla="*/ 15 w 78"/>
              <a:gd name="T91" fmla="*/ 42 h 88"/>
              <a:gd name="T92" fmla="*/ 9 w 78"/>
              <a:gd name="T93" fmla="*/ 36 h 88"/>
              <a:gd name="T94" fmla="*/ 6 w 78"/>
              <a:gd name="T95" fmla="*/ 20 h 88"/>
              <a:gd name="T96" fmla="*/ 7 w 78"/>
              <a:gd name="T97" fmla="*/ 13 h 88"/>
              <a:gd name="T98" fmla="*/ 14 w 78"/>
              <a:gd name="T99" fmla="*/ 16 h 88"/>
              <a:gd name="T100" fmla="*/ 12 w 78"/>
              <a:gd name="T101" fmla="*/ 18 h 88"/>
              <a:gd name="T102" fmla="*/ 17 w 78"/>
              <a:gd name="T103" fmla="*/ 22 h 88"/>
              <a:gd name="T104" fmla="*/ 19 w 78"/>
              <a:gd name="T105" fmla="*/ 20 h 88"/>
              <a:gd name="T106" fmla="*/ 32 w 78"/>
              <a:gd name="T107" fmla="*/ 10 h 88"/>
              <a:gd name="T108" fmla="*/ 32 w 78"/>
              <a:gd name="T109" fmla="*/ 45 h 88"/>
              <a:gd name="T110" fmla="*/ 25 w 78"/>
              <a:gd name="T111" fmla="*/ 41 h 88"/>
              <a:gd name="T112" fmla="*/ 28 w 78"/>
              <a:gd name="T113" fmla="*/ 14 h 88"/>
              <a:gd name="T114" fmla="*/ 28 w 78"/>
              <a:gd name="T115" fmla="*/ 10 h 88"/>
              <a:gd name="T116" fmla="*/ 32 w 78"/>
              <a:gd name="T117" fmla="*/ 10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8" h="88">
                <a:moveTo>
                  <a:pt x="20" y="7"/>
                </a:moveTo>
                <a:cubicBezTo>
                  <a:pt x="20" y="8"/>
                  <a:pt x="21" y="10"/>
                  <a:pt x="20" y="11"/>
                </a:cubicBezTo>
                <a:cubicBezTo>
                  <a:pt x="5" y="6"/>
                  <a:pt x="5" y="6"/>
                  <a:pt x="5" y="6"/>
                </a:cubicBezTo>
                <a:cubicBezTo>
                  <a:pt x="1" y="8"/>
                  <a:pt x="1" y="8"/>
                  <a:pt x="1" y="8"/>
                </a:cubicBezTo>
                <a:cubicBezTo>
                  <a:pt x="0" y="11"/>
                  <a:pt x="0" y="16"/>
                  <a:pt x="0" y="20"/>
                </a:cubicBezTo>
                <a:cubicBezTo>
                  <a:pt x="0" y="26"/>
                  <a:pt x="1" y="33"/>
                  <a:pt x="3" y="38"/>
                </a:cubicBezTo>
                <a:cubicBezTo>
                  <a:pt x="6" y="44"/>
                  <a:pt x="10" y="48"/>
                  <a:pt x="17" y="49"/>
                </a:cubicBezTo>
                <a:cubicBezTo>
                  <a:pt x="18" y="50"/>
                  <a:pt x="19" y="50"/>
                  <a:pt x="20" y="50"/>
                </a:cubicBezTo>
                <a:cubicBezTo>
                  <a:pt x="20" y="49"/>
                  <a:pt x="20" y="49"/>
                  <a:pt x="20" y="49"/>
                </a:cubicBezTo>
                <a:cubicBezTo>
                  <a:pt x="22" y="51"/>
                  <a:pt x="26" y="52"/>
                  <a:pt x="31" y="52"/>
                </a:cubicBezTo>
                <a:cubicBezTo>
                  <a:pt x="31" y="64"/>
                  <a:pt x="31" y="64"/>
                  <a:pt x="31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27" y="68"/>
                  <a:pt x="27" y="68"/>
                  <a:pt x="27" y="68"/>
                </a:cubicBezTo>
                <a:cubicBezTo>
                  <a:pt x="15" y="68"/>
                  <a:pt x="15" y="68"/>
                  <a:pt x="15" y="68"/>
                </a:cubicBezTo>
                <a:cubicBezTo>
                  <a:pt x="15" y="88"/>
                  <a:pt x="15" y="88"/>
                  <a:pt x="15" y="88"/>
                </a:cubicBezTo>
                <a:cubicBezTo>
                  <a:pt x="64" y="88"/>
                  <a:pt x="64" y="88"/>
                  <a:pt x="64" y="88"/>
                </a:cubicBezTo>
                <a:cubicBezTo>
                  <a:pt x="64" y="68"/>
                  <a:pt x="64" y="68"/>
                  <a:pt x="64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4"/>
                  <a:pt x="52" y="64"/>
                  <a:pt x="52" y="64"/>
                </a:cubicBezTo>
                <a:cubicBezTo>
                  <a:pt x="47" y="64"/>
                  <a:pt x="47" y="64"/>
                  <a:pt x="47" y="64"/>
                </a:cubicBezTo>
                <a:cubicBezTo>
                  <a:pt x="47" y="52"/>
                  <a:pt x="47" y="52"/>
                  <a:pt x="47" y="52"/>
                </a:cubicBezTo>
                <a:cubicBezTo>
                  <a:pt x="52" y="52"/>
                  <a:pt x="56" y="51"/>
                  <a:pt x="58" y="49"/>
                </a:cubicBezTo>
                <a:cubicBezTo>
                  <a:pt x="58" y="50"/>
                  <a:pt x="58" y="50"/>
                  <a:pt x="58" y="50"/>
                </a:cubicBezTo>
                <a:cubicBezTo>
                  <a:pt x="59" y="50"/>
                  <a:pt x="60" y="50"/>
                  <a:pt x="61" y="49"/>
                </a:cubicBezTo>
                <a:cubicBezTo>
                  <a:pt x="68" y="48"/>
                  <a:pt x="72" y="44"/>
                  <a:pt x="75" y="38"/>
                </a:cubicBezTo>
                <a:cubicBezTo>
                  <a:pt x="77" y="33"/>
                  <a:pt x="78" y="26"/>
                  <a:pt x="78" y="20"/>
                </a:cubicBezTo>
                <a:cubicBezTo>
                  <a:pt x="78" y="16"/>
                  <a:pt x="78" y="11"/>
                  <a:pt x="77" y="8"/>
                </a:cubicBezTo>
                <a:cubicBezTo>
                  <a:pt x="73" y="6"/>
                  <a:pt x="73" y="6"/>
                  <a:pt x="73" y="6"/>
                </a:cubicBezTo>
                <a:cubicBezTo>
                  <a:pt x="58" y="11"/>
                  <a:pt x="58" y="11"/>
                  <a:pt x="58" y="11"/>
                </a:cubicBezTo>
                <a:cubicBezTo>
                  <a:pt x="57" y="10"/>
                  <a:pt x="58" y="8"/>
                  <a:pt x="58" y="7"/>
                </a:cubicBezTo>
                <a:cubicBezTo>
                  <a:pt x="60" y="7"/>
                  <a:pt x="60" y="7"/>
                  <a:pt x="60" y="7"/>
                </a:cubicBezTo>
                <a:cubicBezTo>
                  <a:pt x="60" y="0"/>
                  <a:pt x="60" y="0"/>
                  <a:pt x="6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7"/>
                  <a:pt x="17" y="7"/>
                  <a:pt x="17" y="7"/>
                </a:cubicBezTo>
                <a:cubicBezTo>
                  <a:pt x="20" y="7"/>
                  <a:pt x="20" y="7"/>
                  <a:pt x="20" y="7"/>
                </a:cubicBezTo>
                <a:close/>
                <a:moveTo>
                  <a:pt x="63" y="42"/>
                </a:moveTo>
                <a:cubicBezTo>
                  <a:pt x="64" y="36"/>
                  <a:pt x="60" y="28"/>
                  <a:pt x="59" y="20"/>
                </a:cubicBezTo>
                <a:cubicBezTo>
                  <a:pt x="61" y="22"/>
                  <a:pt x="61" y="22"/>
                  <a:pt x="61" y="22"/>
                </a:cubicBezTo>
                <a:cubicBezTo>
                  <a:pt x="66" y="18"/>
                  <a:pt x="66" y="18"/>
                  <a:pt x="66" y="18"/>
                </a:cubicBezTo>
                <a:cubicBezTo>
                  <a:pt x="64" y="16"/>
                  <a:pt x="64" y="16"/>
                  <a:pt x="64" y="16"/>
                </a:cubicBezTo>
                <a:cubicBezTo>
                  <a:pt x="71" y="13"/>
                  <a:pt x="71" y="13"/>
                  <a:pt x="71" y="13"/>
                </a:cubicBezTo>
                <a:cubicBezTo>
                  <a:pt x="72" y="15"/>
                  <a:pt x="72" y="18"/>
                  <a:pt x="72" y="20"/>
                </a:cubicBezTo>
                <a:cubicBezTo>
                  <a:pt x="71" y="26"/>
                  <a:pt x="71" y="31"/>
                  <a:pt x="69" y="36"/>
                </a:cubicBezTo>
                <a:cubicBezTo>
                  <a:pt x="67" y="39"/>
                  <a:pt x="65" y="41"/>
                  <a:pt x="63" y="42"/>
                </a:cubicBezTo>
                <a:close/>
                <a:moveTo>
                  <a:pt x="19" y="20"/>
                </a:moveTo>
                <a:cubicBezTo>
                  <a:pt x="17" y="28"/>
                  <a:pt x="14" y="36"/>
                  <a:pt x="15" y="42"/>
                </a:cubicBezTo>
                <a:cubicBezTo>
                  <a:pt x="13" y="41"/>
                  <a:pt x="11" y="39"/>
                  <a:pt x="9" y="36"/>
                </a:cubicBezTo>
                <a:cubicBezTo>
                  <a:pt x="7" y="31"/>
                  <a:pt x="6" y="26"/>
                  <a:pt x="6" y="20"/>
                </a:cubicBezTo>
                <a:cubicBezTo>
                  <a:pt x="6" y="18"/>
                  <a:pt x="6" y="15"/>
                  <a:pt x="7" y="13"/>
                </a:cubicBezTo>
                <a:cubicBezTo>
                  <a:pt x="14" y="16"/>
                  <a:pt x="14" y="16"/>
                  <a:pt x="14" y="16"/>
                </a:cubicBezTo>
                <a:cubicBezTo>
                  <a:pt x="12" y="18"/>
                  <a:pt x="12" y="18"/>
                  <a:pt x="12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0"/>
                  <a:pt x="19" y="20"/>
                  <a:pt x="19" y="20"/>
                </a:cubicBezTo>
                <a:close/>
                <a:moveTo>
                  <a:pt x="32" y="10"/>
                </a:moveTo>
                <a:cubicBezTo>
                  <a:pt x="32" y="45"/>
                  <a:pt x="32" y="45"/>
                  <a:pt x="32" y="45"/>
                </a:cubicBezTo>
                <a:cubicBezTo>
                  <a:pt x="32" y="45"/>
                  <a:pt x="27" y="45"/>
                  <a:pt x="25" y="41"/>
                </a:cubicBezTo>
                <a:cubicBezTo>
                  <a:pt x="24" y="37"/>
                  <a:pt x="28" y="16"/>
                  <a:pt x="28" y="14"/>
                </a:cubicBezTo>
                <a:cubicBezTo>
                  <a:pt x="28" y="13"/>
                  <a:pt x="28" y="10"/>
                  <a:pt x="28" y="10"/>
                </a:cubicBezTo>
                <a:lnTo>
                  <a:pt x="32" y="1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roup 12"/>
          <p:cNvGrpSpPr/>
          <p:nvPr/>
        </p:nvGrpSpPr>
        <p:grpSpPr>
          <a:xfrm>
            <a:off x="-1009469" y="5153471"/>
            <a:ext cx="593155" cy="593155"/>
            <a:chOff x="9632897" y="4527485"/>
            <a:chExt cx="755703" cy="755703"/>
          </a:xfrm>
        </p:grpSpPr>
        <p:sp>
          <p:nvSpPr>
            <p:cNvPr id="49" name="Oval 19"/>
            <p:cNvSpPr/>
            <p:nvPr/>
          </p:nvSpPr>
          <p:spPr>
            <a:xfrm>
              <a:off x="9632897" y="4527485"/>
              <a:ext cx="755703" cy="75570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35"/>
            <p:cNvSpPr>
              <a:spLocks/>
            </p:cNvSpPr>
            <p:nvPr/>
          </p:nvSpPr>
          <p:spPr bwMode="auto">
            <a:xfrm>
              <a:off x="9841036" y="4746208"/>
              <a:ext cx="349218" cy="320594"/>
            </a:xfrm>
            <a:custGeom>
              <a:avLst/>
              <a:gdLst>
                <a:gd name="T0" fmla="*/ 29 w 85"/>
                <a:gd name="T1" fmla="*/ 0 h 78"/>
                <a:gd name="T2" fmla="*/ 34 w 85"/>
                <a:gd name="T3" fmla="*/ 29 h 78"/>
                <a:gd name="T4" fmla="*/ 8 w 85"/>
                <a:gd name="T5" fmla="*/ 29 h 78"/>
                <a:gd name="T6" fmla="*/ 6 w 85"/>
                <a:gd name="T7" fmla="*/ 29 h 78"/>
                <a:gd name="T8" fmla="*/ 0 w 85"/>
                <a:gd name="T9" fmla="*/ 35 h 78"/>
                <a:gd name="T10" fmla="*/ 0 w 85"/>
                <a:gd name="T11" fmla="*/ 35 h 78"/>
                <a:gd name="T12" fmla="*/ 4 w 85"/>
                <a:gd name="T13" fmla="*/ 42 h 78"/>
                <a:gd name="T14" fmla="*/ 0 w 85"/>
                <a:gd name="T15" fmla="*/ 47 h 78"/>
                <a:gd name="T16" fmla="*/ 0 w 85"/>
                <a:gd name="T17" fmla="*/ 47 h 78"/>
                <a:gd name="T18" fmla="*/ 5 w 85"/>
                <a:gd name="T19" fmla="*/ 54 h 78"/>
                <a:gd name="T20" fmla="*/ 4 w 85"/>
                <a:gd name="T21" fmla="*/ 58 h 78"/>
                <a:gd name="T22" fmla="*/ 4 w 85"/>
                <a:gd name="T23" fmla="*/ 58 h 78"/>
                <a:gd name="T24" fmla="*/ 10 w 85"/>
                <a:gd name="T25" fmla="*/ 65 h 78"/>
                <a:gd name="T26" fmla="*/ 11 w 85"/>
                <a:gd name="T27" fmla="*/ 65 h 78"/>
                <a:gd name="T28" fmla="*/ 9 w 85"/>
                <a:gd name="T29" fmla="*/ 70 h 78"/>
                <a:gd name="T30" fmla="*/ 9 w 85"/>
                <a:gd name="T31" fmla="*/ 70 h 78"/>
                <a:gd name="T32" fmla="*/ 15 w 85"/>
                <a:gd name="T33" fmla="*/ 77 h 78"/>
                <a:gd name="T34" fmla="*/ 29 w 85"/>
                <a:gd name="T35" fmla="*/ 77 h 78"/>
                <a:gd name="T36" fmla="*/ 45 w 85"/>
                <a:gd name="T37" fmla="*/ 77 h 78"/>
                <a:gd name="T38" fmla="*/ 46 w 85"/>
                <a:gd name="T39" fmla="*/ 77 h 78"/>
                <a:gd name="T40" fmla="*/ 51 w 85"/>
                <a:gd name="T41" fmla="*/ 71 h 78"/>
                <a:gd name="T42" fmla="*/ 66 w 85"/>
                <a:gd name="T43" fmla="*/ 69 h 78"/>
                <a:gd name="T44" fmla="*/ 66 w 85"/>
                <a:gd name="T45" fmla="*/ 78 h 78"/>
                <a:gd name="T46" fmla="*/ 85 w 85"/>
                <a:gd name="T47" fmla="*/ 78 h 78"/>
                <a:gd name="T48" fmla="*/ 85 w 85"/>
                <a:gd name="T49" fmla="*/ 25 h 78"/>
                <a:gd name="T50" fmla="*/ 66 w 85"/>
                <a:gd name="T51" fmla="*/ 25 h 78"/>
                <a:gd name="T52" fmla="*/ 66 w 85"/>
                <a:gd name="T53" fmla="*/ 32 h 78"/>
                <a:gd name="T54" fmla="*/ 61 w 85"/>
                <a:gd name="T55" fmla="*/ 32 h 78"/>
                <a:gd name="T56" fmla="*/ 29 w 85"/>
                <a:gd name="T5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5" h="78">
                  <a:moveTo>
                    <a:pt x="29" y="0"/>
                  </a:moveTo>
                  <a:cubicBezTo>
                    <a:pt x="1" y="7"/>
                    <a:pt x="33" y="28"/>
                    <a:pt x="34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3" y="29"/>
                    <a:pt x="0" y="32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8"/>
                    <a:pt x="1" y="41"/>
                    <a:pt x="4" y="42"/>
                  </a:cubicBezTo>
                  <a:cubicBezTo>
                    <a:pt x="2" y="43"/>
                    <a:pt x="0" y="45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1"/>
                    <a:pt x="2" y="53"/>
                    <a:pt x="5" y="54"/>
                  </a:cubicBezTo>
                  <a:cubicBezTo>
                    <a:pt x="4" y="55"/>
                    <a:pt x="4" y="57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62"/>
                    <a:pt x="7" y="65"/>
                    <a:pt x="10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9" y="66"/>
                    <a:pt x="9" y="68"/>
                    <a:pt x="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4"/>
                    <a:pt x="12" y="77"/>
                    <a:pt x="15" y="77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51" y="71"/>
                    <a:pt x="51" y="71"/>
                    <a:pt x="51" y="71"/>
                  </a:cubicBezTo>
                  <a:cubicBezTo>
                    <a:pt x="66" y="69"/>
                    <a:pt x="66" y="69"/>
                    <a:pt x="66" y="69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85" y="78"/>
                    <a:pt x="85" y="78"/>
                    <a:pt x="85" y="78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7" y="16"/>
                    <a:pt x="32" y="17"/>
                    <a:pt x="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688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0"/>
          <p:cNvGrpSpPr/>
          <p:nvPr/>
        </p:nvGrpSpPr>
        <p:grpSpPr>
          <a:xfrm>
            <a:off x="1480330" y="4079153"/>
            <a:ext cx="593155" cy="593155"/>
            <a:chOff x="9632897" y="1831383"/>
            <a:chExt cx="755703" cy="755703"/>
          </a:xfrm>
        </p:grpSpPr>
        <p:sp>
          <p:nvSpPr>
            <p:cNvPr id="16" name="Oval 14"/>
            <p:cNvSpPr/>
            <p:nvPr/>
          </p:nvSpPr>
          <p:spPr>
            <a:xfrm>
              <a:off x="9632897" y="1831383"/>
              <a:ext cx="755703" cy="75570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37"/>
            <p:cNvSpPr>
              <a:spLocks noEditPoints="1"/>
            </p:cNvSpPr>
            <p:nvPr/>
          </p:nvSpPr>
          <p:spPr bwMode="auto">
            <a:xfrm>
              <a:off x="9852359" y="2017450"/>
              <a:ext cx="316777" cy="383568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8"/>
          <p:cNvGrpSpPr/>
          <p:nvPr/>
        </p:nvGrpSpPr>
        <p:grpSpPr>
          <a:xfrm>
            <a:off x="1480330" y="2553159"/>
            <a:ext cx="593155" cy="593155"/>
            <a:chOff x="1753214" y="1831383"/>
            <a:chExt cx="755703" cy="755703"/>
          </a:xfrm>
        </p:grpSpPr>
        <p:sp>
          <p:nvSpPr>
            <p:cNvPr id="24" name="Oval 25"/>
            <p:cNvSpPr/>
            <p:nvPr/>
          </p:nvSpPr>
          <p:spPr>
            <a:xfrm flipH="1">
              <a:off x="1753214" y="1831383"/>
              <a:ext cx="755703" cy="755703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38"/>
            <p:cNvSpPr>
              <a:spLocks noEditPoints="1"/>
            </p:cNvSpPr>
            <p:nvPr/>
          </p:nvSpPr>
          <p:spPr bwMode="auto">
            <a:xfrm>
              <a:off x="1992714" y="1990734"/>
              <a:ext cx="276702" cy="437000"/>
            </a:xfrm>
            <a:custGeom>
              <a:avLst/>
              <a:gdLst>
                <a:gd name="T0" fmla="*/ 57 w 67"/>
                <a:gd name="T1" fmla="*/ 10 h 106"/>
                <a:gd name="T2" fmla="*/ 62 w 67"/>
                <a:gd name="T3" fmla="*/ 51 h 106"/>
                <a:gd name="T4" fmla="*/ 51 w 67"/>
                <a:gd name="T5" fmla="*/ 66 h 106"/>
                <a:gd name="T6" fmla="*/ 55 w 67"/>
                <a:gd name="T7" fmla="*/ 65 h 106"/>
                <a:gd name="T8" fmla="*/ 57 w 67"/>
                <a:gd name="T9" fmla="*/ 73 h 106"/>
                <a:gd name="T10" fmla="*/ 56 w 67"/>
                <a:gd name="T11" fmla="*/ 80 h 106"/>
                <a:gd name="T12" fmla="*/ 57 w 67"/>
                <a:gd name="T13" fmla="*/ 86 h 106"/>
                <a:gd name="T14" fmla="*/ 55 w 67"/>
                <a:gd name="T15" fmla="*/ 93 h 106"/>
                <a:gd name="T16" fmla="*/ 15 w 67"/>
                <a:gd name="T17" fmla="*/ 97 h 106"/>
                <a:gd name="T18" fmla="*/ 12 w 67"/>
                <a:gd name="T19" fmla="*/ 95 h 106"/>
                <a:gd name="T20" fmla="*/ 12 w 67"/>
                <a:gd name="T21" fmla="*/ 83 h 106"/>
                <a:gd name="T22" fmla="*/ 12 w 67"/>
                <a:gd name="T23" fmla="*/ 82 h 106"/>
                <a:gd name="T24" fmla="*/ 12 w 67"/>
                <a:gd name="T25" fmla="*/ 71 h 106"/>
                <a:gd name="T26" fmla="*/ 15 w 67"/>
                <a:gd name="T27" fmla="*/ 69 h 106"/>
                <a:gd name="T28" fmla="*/ 16 w 67"/>
                <a:gd name="T29" fmla="*/ 63 h 106"/>
                <a:gd name="T30" fmla="*/ 0 w 67"/>
                <a:gd name="T31" fmla="*/ 34 h 106"/>
                <a:gd name="T32" fmla="*/ 33 w 67"/>
                <a:gd name="T33" fmla="*/ 0 h 106"/>
                <a:gd name="T34" fmla="*/ 28 w 67"/>
                <a:gd name="T35" fmla="*/ 41 h 106"/>
                <a:gd name="T36" fmla="*/ 30 w 67"/>
                <a:gd name="T37" fmla="*/ 39 h 106"/>
                <a:gd name="T38" fmla="*/ 33 w 67"/>
                <a:gd name="T39" fmla="*/ 41 h 106"/>
                <a:gd name="T40" fmla="*/ 36 w 67"/>
                <a:gd name="T41" fmla="*/ 39 h 106"/>
                <a:gd name="T42" fmla="*/ 39 w 67"/>
                <a:gd name="T43" fmla="*/ 41 h 106"/>
                <a:gd name="T44" fmla="*/ 43 w 67"/>
                <a:gd name="T45" fmla="*/ 38 h 106"/>
                <a:gd name="T46" fmla="*/ 39 w 67"/>
                <a:gd name="T47" fmla="*/ 52 h 106"/>
                <a:gd name="T48" fmla="*/ 44 w 67"/>
                <a:gd name="T49" fmla="*/ 66 h 106"/>
                <a:gd name="T50" fmla="*/ 44 w 67"/>
                <a:gd name="T51" fmla="*/ 58 h 106"/>
                <a:gd name="T52" fmla="*/ 56 w 67"/>
                <a:gd name="T53" fmla="*/ 47 h 106"/>
                <a:gd name="T54" fmla="*/ 52 w 67"/>
                <a:gd name="T55" fmla="*/ 15 h 106"/>
                <a:gd name="T56" fmla="*/ 15 w 67"/>
                <a:gd name="T57" fmla="*/ 15 h 106"/>
                <a:gd name="T58" fmla="*/ 11 w 67"/>
                <a:gd name="T59" fmla="*/ 48 h 106"/>
                <a:gd name="T60" fmla="*/ 23 w 67"/>
                <a:gd name="T61" fmla="*/ 59 h 106"/>
                <a:gd name="T62" fmla="*/ 23 w 67"/>
                <a:gd name="T63" fmla="*/ 67 h 106"/>
                <a:gd name="T64" fmla="*/ 29 w 67"/>
                <a:gd name="T65" fmla="*/ 52 h 106"/>
                <a:gd name="T66" fmla="*/ 25 w 67"/>
                <a:gd name="T67" fmla="*/ 38 h 106"/>
                <a:gd name="T68" fmla="*/ 40 w 67"/>
                <a:gd name="T69" fmla="*/ 43 h 106"/>
                <a:gd name="T70" fmla="*/ 36 w 67"/>
                <a:gd name="T71" fmla="*/ 42 h 106"/>
                <a:gd name="T72" fmla="*/ 30 w 67"/>
                <a:gd name="T73" fmla="*/ 42 h 106"/>
                <a:gd name="T74" fmla="*/ 27 w 67"/>
                <a:gd name="T75" fmla="*/ 42 h 106"/>
                <a:gd name="T76" fmla="*/ 32 w 67"/>
                <a:gd name="T77" fmla="*/ 51 h 106"/>
                <a:gd name="T78" fmla="*/ 32 w 67"/>
                <a:gd name="T79" fmla="*/ 67 h 106"/>
                <a:gd name="T80" fmla="*/ 35 w 67"/>
                <a:gd name="T81" fmla="*/ 51 h 106"/>
                <a:gd name="T82" fmla="*/ 35 w 67"/>
                <a:gd name="T83" fmla="*/ 50 h 106"/>
                <a:gd name="T84" fmla="*/ 43 w 67"/>
                <a:gd name="T85" fmla="*/ 96 h 106"/>
                <a:gd name="T86" fmla="*/ 34 w 67"/>
                <a:gd name="T87" fmla="*/ 106 h 106"/>
                <a:gd name="T88" fmla="*/ 43 w 67"/>
                <a:gd name="T89" fmla="*/ 96 h 106"/>
                <a:gd name="T90" fmla="*/ 17 w 67"/>
                <a:gd name="T91" fmla="*/ 88 h 106"/>
                <a:gd name="T92" fmla="*/ 17 w 67"/>
                <a:gd name="T93" fmla="*/ 90 h 106"/>
                <a:gd name="T94" fmla="*/ 50 w 67"/>
                <a:gd name="T95" fmla="*/ 86 h 106"/>
                <a:gd name="T96" fmla="*/ 50 w 67"/>
                <a:gd name="T97" fmla="*/ 73 h 106"/>
                <a:gd name="T98" fmla="*/ 17 w 67"/>
                <a:gd name="T99" fmla="*/ 77 h 106"/>
                <a:gd name="T100" fmla="*/ 50 w 67"/>
                <a:gd name="T101" fmla="*/ 74 h 106"/>
                <a:gd name="T102" fmla="*/ 50 w 67"/>
                <a:gd name="T103" fmla="*/ 7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" h="106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文本框 4"/>
          <p:cNvSpPr txBox="1">
            <a:spLocks noChangeArrowheads="1"/>
          </p:cNvSpPr>
          <p:nvPr/>
        </p:nvSpPr>
        <p:spPr bwMode="auto">
          <a:xfrm>
            <a:off x="2261470" y="2557347"/>
            <a:ext cx="44823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电话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微信邀约口测时间</a:t>
            </a:r>
            <a:endParaRPr lang="en-US" altLang="zh-CN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61470" y="3324536"/>
            <a:ext cx="72571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电话前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</a:t>
            </a:r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口测</a:t>
            </a:r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家长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61470" y="4079153"/>
            <a:ext cx="72587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后台了解孩子近期学情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为学习规划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推单做准备）</a:t>
            </a:r>
          </a:p>
        </p:txBody>
      </p:sp>
      <p:grpSp>
        <p:nvGrpSpPr>
          <p:cNvPr id="21" name="Group 15"/>
          <p:cNvGrpSpPr/>
          <p:nvPr/>
        </p:nvGrpSpPr>
        <p:grpSpPr>
          <a:xfrm>
            <a:off x="1480329" y="3316156"/>
            <a:ext cx="593155" cy="593155"/>
            <a:chOff x="1753214" y="4527485"/>
            <a:chExt cx="755703" cy="755703"/>
          </a:xfrm>
        </p:grpSpPr>
        <p:sp>
          <p:nvSpPr>
            <p:cNvPr id="22" name="Oval 30"/>
            <p:cNvSpPr/>
            <p:nvPr/>
          </p:nvSpPr>
          <p:spPr>
            <a:xfrm flipH="1">
              <a:off x="1753214" y="4527485"/>
              <a:ext cx="755703" cy="755703"/>
            </a:xfrm>
            <a:prstGeom prst="ellipse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36"/>
            <p:cNvSpPr>
              <a:spLocks noEditPoints="1"/>
            </p:cNvSpPr>
            <p:nvPr/>
          </p:nvSpPr>
          <p:spPr bwMode="auto">
            <a:xfrm>
              <a:off x="1962181" y="4746208"/>
              <a:ext cx="337768" cy="330136"/>
            </a:xfrm>
            <a:custGeom>
              <a:avLst/>
              <a:gdLst>
                <a:gd name="T0" fmla="*/ 74 w 82"/>
                <a:gd name="T1" fmla="*/ 6 h 80"/>
                <a:gd name="T2" fmla="*/ 67 w 82"/>
                <a:gd name="T3" fmla="*/ 27 h 80"/>
                <a:gd name="T4" fmla="*/ 65 w 82"/>
                <a:gd name="T5" fmla="*/ 30 h 80"/>
                <a:gd name="T6" fmla="*/ 75 w 82"/>
                <a:gd name="T7" fmla="*/ 71 h 80"/>
                <a:gd name="T8" fmla="*/ 66 w 82"/>
                <a:gd name="T9" fmla="*/ 80 h 80"/>
                <a:gd name="T10" fmla="*/ 44 w 82"/>
                <a:gd name="T11" fmla="*/ 50 h 80"/>
                <a:gd name="T12" fmla="*/ 36 w 82"/>
                <a:gd name="T13" fmla="*/ 57 h 80"/>
                <a:gd name="T14" fmla="*/ 39 w 82"/>
                <a:gd name="T15" fmla="*/ 70 h 80"/>
                <a:gd name="T16" fmla="*/ 34 w 82"/>
                <a:gd name="T17" fmla="*/ 75 h 80"/>
                <a:gd name="T18" fmla="*/ 26 w 82"/>
                <a:gd name="T19" fmla="*/ 61 h 80"/>
                <a:gd name="T20" fmla="*/ 21 w 82"/>
                <a:gd name="T21" fmla="*/ 67 h 80"/>
                <a:gd name="T22" fmla="*/ 16 w 82"/>
                <a:gd name="T23" fmla="*/ 62 h 80"/>
                <a:gd name="T24" fmla="*/ 21 w 82"/>
                <a:gd name="T25" fmla="*/ 57 h 80"/>
                <a:gd name="T26" fmla="*/ 7 w 82"/>
                <a:gd name="T27" fmla="*/ 50 h 80"/>
                <a:gd name="T28" fmla="*/ 12 w 82"/>
                <a:gd name="T29" fmla="*/ 44 h 80"/>
                <a:gd name="T30" fmla="*/ 25 w 82"/>
                <a:gd name="T31" fmla="*/ 47 h 80"/>
                <a:gd name="T32" fmla="*/ 32 w 82"/>
                <a:gd name="T33" fmla="*/ 39 h 80"/>
                <a:gd name="T34" fmla="*/ 0 w 82"/>
                <a:gd name="T35" fmla="*/ 18 h 80"/>
                <a:gd name="T36" fmla="*/ 9 w 82"/>
                <a:gd name="T37" fmla="*/ 8 h 80"/>
                <a:gd name="T38" fmla="*/ 51 w 82"/>
                <a:gd name="T39" fmla="*/ 16 h 80"/>
                <a:gd name="T40" fmla="*/ 53 w 82"/>
                <a:gd name="T41" fmla="*/ 13 h 80"/>
                <a:gd name="T42" fmla="*/ 74 w 82"/>
                <a:gd name="T43" fmla="*/ 6 h 80"/>
                <a:gd name="T44" fmla="*/ 82 w 82"/>
                <a:gd name="T45" fmla="*/ 50 h 80"/>
                <a:gd name="T46" fmla="*/ 74 w 82"/>
                <a:gd name="T47" fmla="*/ 42 h 80"/>
                <a:gd name="T48" fmla="*/ 72 w 82"/>
                <a:gd name="T49" fmla="*/ 44 h 80"/>
                <a:gd name="T50" fmla="*/ 76 w 82"/>
                <a:gd name="T51" fmla="*/ 57 h 80"/>
                <a:gd name="T52" fmla="*/ 82 w 82"/>
                <a:gd name="T53" fmla="*/ 50 h 80"/>
                <a:gd name="T54" fmla="*/ 29 w 82"/>
                <a:gd name="T55" fmla="*/ 0 h 80"/>
                <a:gd name="T56" fmla="*/ 23 w 82"/>
                <a:gd name="T57" fmla="*/ 7 h 80"/>
                <a:gd name="T58" fmla="*/ 36 w 82"/>
                <a:gd name="T59" fmla="*/ 10 h 80"/>
                <a:gd name="T60" fmla="*/ 37 w 82"/>
                <a:gd name="T61" fmla="*/ 8 h 80"/>
                <a:gd name="T62" fmla="*/ 29 w 82"/>
                <a:gd name="T6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0">
                  <a:moveTo>
                    <a:pt x="74" y="6"/>
                  </a:moveTo>
                  <a:cubicBezTo>
                    <a:pt x="76" y="15"/>
                    <a:pt x="74" y="21"/>
                    <a:pt x="67" y="27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60" y="5"/>
                    <a:pt x="67" y="4"/>
                    <a:pt x="74" y="6"/>
                  </a:cubicBezTo>
                  <a:close/>
                  <a:moveTo>
                    <a:pt x="82" y="50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82" y="50"/>
                    <a:pt x="82" y="50"/>
                    <a:pt x="82" y="50"/>
                  </a:cubicBezTo>
                  <a:close/>
                  <a:moveTo>
                    <a:pt x="29" y="0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8"/>
                    <a:pt x="37" y="8"/>
                    <a:pt x="37" y="8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  <a:solidFill>
            <a:srgbClr val="FF9933"/>
          </a:solidFill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7281582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测前我需要做什么？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grpFill/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92413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apezoid 8"/>
          <p:cNvSpPr/>
          <p:nvPr/>
        </p:nvSpPr>
        <p:spPr>
          <a:xfrm rot="16200000">
            <a:off x="2453955" y="3324370"/>
            <a:ext cx="975866" cy="161358"/>
          </a:xfrm>
          <a:prstGeom prst="trapezoid">
            <a:avLst>
              <a:gd name="adj" fmla="val 69837"/>
            </a:avLst>
          </a:prstGeom>
          <a:solidFill>
            <a:schemeClr val="accent3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2861206" y="2959978"/>
            <a:ext cx="8811682" cy="852211"/>
          </a:xfrm>
          <a:prstGeom prst="homePlate">
            <a:avLst>
              <a:gd name="adj" fmla="val 36274"/>
            </a:avLst>
          </a:prstGeom>
          <a:solidFill>
            <a:srgbClr val="0099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8"/>
          <p:cNvSpPr txBox="1"/>
          <p:nvPr/>
        </p:nvSpPr>
        <p:spPr>
          <a:xfrm>
            <a:off x="2976175" y="3001473"/>
            <a:ext cx="540392" cy="7694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7" name="Rectangle 1113"/>
          <p:cNvSpPr/>
          <p:nvPr/>
        </p:nvSpPr>
        <p:spPr>
          <a:xfrm>
            <a:off x="4569610" y="3026758"/>
            <a:ext cx="62396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怎么做一场口测？</a:t>
            </a:r>
            <a:endParaRPr lang="en-GB" altLang="zh-C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4" name="Freeform 1108"/>
          <p:cNvSpPr>
            <a:spLocks noEditPoints="1"/>
          </p:cNvSpPr>
          <p:nvPr/>
        </p:nvSpPr>
        <p:spPr bwMode="auto">
          <a:xfrm>
            <a:off x="3882609" y="3055209"/>
            <a:ext cx="580371" cy="592157"/>
          </a:xfrm>
          <a:custGeom>
            <a:avLst/>
            <a:gdLst>
              <a:gd name="T0" fmla="*/ 87 w 91"/>
              <a:gd name="T1" fmla="*/ 39 h 93"/>
              <a:gd name="T2" fmla="*/ 91 w 91"/>
              <a:gd name="T3" fmla="*/ 46 h 93"/>
              <a:gd name="T4" fmla="*/ 91 w 91"/>
              <a:gd name="T5" fmla="*/ 83 h 93"/>
              <a:gd name="T6" fmla="*/ 81 w 91"/>
              <a:gd name="T7" fmla="*/ 93 h 93"/>
              <a:gd name="T8" fmla="*/ 10 w 91"/>
              <a:gd name="T9" fmla="*/ 93 h 93"/>
              <a:gd name="T10" fmla="*/ 0 w 91"/>
              <a:gd name="T11" fmla="*/ 83 h 93"/>
              <a:gd name="T12" fmla="*/ 0 w 91"/>
              <a:gd name="T13" fmla="*/ 46 h 93"/>
              <a:gd name="T14" fmla="*/ 3 w 91"/>
              <a:gd name="T15" fmla="*/ 40 h 93"/>
              <a:gd name="T16" fmla="*/ 3 w 91"/>
              <a:gd name="T17" fmla="*/ 40 h 93"/>
              <a:gd name="T18" fmla="*/ 3 w 91"/>
              <a:gd name="T19" fmla="*/ 40 h 93"/>
              <a:gd name="T20" fmla="*/ 3 w 91"/>
              <a:gd name="T21" fmla="*/ 39 h 93"/>
              <a:gd name="T22" fmla="*/ 40 w 91"/>
              <a:gd name="T23" fmla="*/ 3 h 93"/>
              <a:gd name="T24" fmla="*/ 51 w 91"/>
              <a:gd name="T25" fmla="*/ 3 h 93"/>
              <a:gd name="T26" fmla="*/ 87 w 91"/>
              <a:gd name="T27" fmla="*/ 39 h 93"/>
              <a:gd name="T28" fmla="*/ 16 w 91"/>
              <a:gd name="T29" fmla="*/ 30 h 93"/>
              <a:gd name="T30" fmla="*/ 16 w 91"/>
              <a:gd name="T31" fmla="*/ 52 h 93"/>
              <a:gd name="T32" fmla="*/ 46 w 91"/>
              <a:gd name="T33" fmla="*/ 75 h 93"/>
              <a:gd name="T34" fmla="*/ 73 w 91"/>
              <a:gd name="T35" fmla="*/ 54 h 93"/>
              <a:gd name="T36" fmla="*/ 73 w 91"/>
              <a:gd name="T37" fmla="*/ 30 h 93"/>
              <a:gd name="T38" fmla="*/ 16 w 91"/>
              <a:gd name="T39" fmla="*/ 30 h 93"/>
              <a:gd name="T40" fmla="*/ 26 w 91"/>
              <a:gd name="T41" fmla="*/ 35 h 93"/>
              <a:gd name="T42" fmla="*/ 26 w 91"/>
              <a:gd name="T43" fmla="*/ 39 h 93"/>
              <a:gd name="T44" fmla="*/ 64 w 91"/>
              <a:gd name="T45" fmla="*/ 39 h 93"/>
              <a:gd name="T46" fmla="*/ 64 w 91"/>
              <a:gd name="T47" fmla="*/ 35 h 93"/>
              <a:gd name="T48" fmla="*/ 26 w 91"/>
              <a:gd name="T49" fmla="*/ 35 h 93"/>
              <a:gd name="T50" fmla="*/ 26 w 91"/>
              <a:gd name="T51" fmla="*/ 51 h 93"/>
              <a:gd name="T52" fmla="*/ 26 w 91"/>
              <a:gd name="T53" fmla="*/ 55 h 93"/>
              <a:gd name="T54" fmla="*/ 64 w 91"/>
              <a:gd name="T55" fmla="*/ 55 h 93"/>
              <a:gd name="T56" fmla="*/ 64 w 91"/>
              <a:gd name="T57" fmla="*/ 51 h 93"/>
              <a:gd name="T58" fmla="*/ 26 w 91"/>
              <a:gd name="T59" fmla="*/ 51 h 93"/>
              <a:gd name="T60" fmla="*/ 26 w 91"/>
              <a:gd name="T61" fmla="*/ 43 h 93"/>
              <a:gd name="T62" fmla="*/ 26 w 91"/>
              <a:gd name="T63" fmla="*/ 47 h 93"/>
              <a:gd name="T64" fmla="*/ 64 w 91"/>
              <a:gd name="T65" fmla="*/ 47 h 93"/>
              <a:gd name="T66" fmla="*/ 64 w 91"/>
              <a:gd name="T67" fmla="*/ 43 h 93"/>
              <a:gd name="T68" fmla="*/ 26 w 91"/>
              <a:gd name="T69" fmla="*/ 43 h 93"/>
              <a:gd name="T70" fmla="*/ 10 w 91"/>
              <a:gd name="T71" fmla="*/ 87 h 93"/>
              <a:gd name="T72" fmla="*/ 28 w 91"/>
              <a:gd name="T73" fmla="*/ 70 h 93"/>
              <a:gd name="T74" fmla="*/ 28 w 91"/>
              <a:gd name="T75" fmla="*/ 67 h 93"/>
              <a:gd name="T76" fmla="*/ 26 w 91"/>
              <a:gd name="T77" fmla="*/ 67 h 93"/>
              <a:gd name="T78" fmla="*/ 8 w 91"/>
              <a:gd name="T79" fmla="*/ 84 h 93"/>
              <a:gd name="T80" fmla="*/ 8 w 91"/>
              <a:gd name="T81" fmla="*/ 87 h 93"/>
              <a:gd name="T82" fmla="*/ 10 w 91"/>
              <a:gd name="T83" fmla="*/ 87 h 93"/>
              <a:gd name="T84" fmla="*/ 85 w 91"/>
              <a:gd name="T85" fmla="*/ 84 h 93"/>
              <a:gd name="T86" fmla="*/ 67 w 91"/>
              <a:gd name="T87" fmla="*/ 67 h 93"/>
              <a:gd name="T88" fmla="*/ 64 w 91"/>
              <a:gd name="T89" fmla="*/ 67 h 93"/>
              <a:gd name="T90" fmla="*/ 64 w 91"/>
              <a:gd name="T91" fmla="*/ 70 h 93"/>
              <a:gd name="T92" fmla="*/ 82 w 91"/>
              <a:gd name="T93" fmla="*/ 87 h 93"/>
              <a:gd name="T94" fmla="*/ 85 w 91"/>
              <a:gd name="T95" fmla="*/ 87 h 93"/>
              <a:gd name="T96" fmla="*/ 85 w 91"/>
              <a:gd name="T97" fmla="*/ 84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1" h="93">
                <a:moveTo>
                  <a:pt x="87" y="39"/>
                </a:moveTo>
                <a:cubicBezTo>
                  <a:pt x="89" y="40"/>
                  <a:pt x="91" y="43"/>
                  <a:pt x="91" y="46"/>
                </a:cubicBezTo>
                <a:cubicBezTo>
                  <a:pt x="91" y="83"/>
                  <a:pt x="91" y="83"/>
                  <a:pt x="91" y="83"/>
                </a:cubicBezTo>
                <a:cubicBezTo>
                  <a:pt x="91" y="89"/>
                  <a:pt x="86" y="93"/>
                  <a:pt x="81" y="93"/>
                </a:cubicBezTo>
                <a:cubicBezTo>
                  <a:pt x="10" y="93"/>
                  <a:pt x="10" y="93"/>
                  <a:pt x="10" y="93"/>
                </a:cubicBezTo>
                <a:cubicBezTo>
                  <a:pt x="5" y="93"/>
                  <a:pt x="0" y="89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39"/>
                </a:cubicBezTo>
                <a:cubicBezTo>
                  <a:pt x="40" y="3"/>
                  <a:pt x="40" y="3"/>
                  <a:pt x="40" y="3"/>
                </a:cubicBezTo>
                <a:cubicBezTo>
                  <a:pt x="43" y="0"/>
                  <a:pt x="47" y="0"/>
                  <a:pt x="51" y="3"/>
                </a:cubicBezTo>
                <a:cubicBezTo>
                  <a:pt x="87" y="39"/>
                  <a:pt x="87" y="39"/>
                  <a:pt x="87" y="39"/>
                </a:cubicBezTo>
                <a:close/>
                <a:moveTo>
                  <a:pt x="16" y="30"/>
                </a:moveTo>
                <a:cubicBezTo>
                  <a:pt x="16" y="52"/>
                  <a:pt x="16" y="52"/>
                  <a:pt x="16" y="52"/>
                </a:cubicBezTo>
                <a:cubicBezTo>
                  <a:pt x="46" y="75"/>
                  <a:pt x="46" y="75"/>
                  <a:pt x="46" y="75"/>
                </a:cubicBezTo>
                <a:cubicBezTo>
                  <a:pt x="73" y="54"/>
                  <a:pt x="73" y="54"/>
                  <a:pt x="73" y="54"/>
                </a:cubicBezTo>
                <a:cubicBezTo>
                  <a:pt x="73" y="30"/>
                  <a:pt x="73" y="30"/>
                  <a:pt x="73" y="30"/>
                </a:cubicBezTo>
                <a:cubicBezTo>
                  <a:pt x="16" y="30"/>
                  <a:pt x="16" y="30"/>
                  <a:pt x="16" y="30"/>
                </a:cubicBezTo>
                <a:close/>
                <a:moveTo>
                  <a:pt x="26" y="35"/>
                </a:moveTo>
                <a:cubicBezTo>
                  <a:pt x="26" y="39"/>
                  <a:pt x="26" y="39"/>
                  <a:pt x="26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35"/>
                  <a:pt x="64" y="35"/>
                  <a:pt x="64" y="35"/>
                </a:cubicBezTo>
                <a:cubicBezTo>
                  <a:pt x="26" y="35"/>
                  <a:pt x="26" y="35"/>
                  <a:pt x="26" y="35"/>
                </a:cubicBezTo>
                <a:close/>
                <a:moveTo>
                  <a:pt x="26" y="51"/>
                </a:moveTo>
                <a:cubicBezTo>
                  <a:pt x="26" y="55"/>
                  <a:pt x="26" y="55"/>
                  <a:pt x="26" y="55"/>
                </a:cubicBezTo>
                <a:cubicBezTo>
                  <a:pt x="64" y="55"/>
                  <a:pt x="64" y="55"/>
                  <a:pt x="64" y="55"/>
                </a:cubicBezTo>
                <a:cubicBezTo>
                  <a:pt x="64" y="51"/>
                  <a:pt x="64" y="51"/>
                  <a:pt x="64" y="51"/>
                </a:cubicBezTo>
                <a:cubicBezTo>
                  <a:pt x="26" y="51"/>
                  <a:pt x="26" y="51"/>
                  <a:pt x="26" y="51"/>
                </a:cubicBezTo>
                <a:close/>
                <a:moveTo>
                  <a:pt x="26" y="43"/>
                </a:moveTo>
                <a:cubicBezTo>
                  <a:pt x="26" y="47"/>
                  <a:pt x="26" y="47"/>
                  <a:pt x="26" y="47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43"/>
                  <a:pt x="64" y="43"/>
                  <a:pt x="64" y="43"/>
                </a:cubicBezTo>
                <a:cubicBezTo>
                  <a:pt x="26" y="43"/>
                  <a:pt x="26" y="43"/>
                  <a:pt x="26" y="43"/>
                </a:cubicBezTo>
                <a:close/>
                <a:moveTo>
                  <a:pt x="10" y="87"/>
                </a:moveTo>
                <a:cubicBezTo>
                  <a:pt x="28" y="70"/>
                  <a:pt x="28" y="70"/>
                  <a:pt x="28" y="70"/>
                </a:cubicBezTo>
                <a:cubicBezTo>
                  <a:pt x="29" y="69"/>
                  <a:pt x="29" y="68"/>
                  <a:pt x="28" y="67"/>
                </a:cubicBezTo>
                <a:cubicBezTo>
                  <a:pt x="28" y="66"/>
                  <a:pt x="27" y="66"/>
                  <a:pt x="26" y="67"/>
                </a:cubicBezTo>
                <a:cubicBezTo>
                  <a:pt x="8" y="84"/>
                  <a:pt x="8" y="84"/>
                  <a:pt x="8" y="84"/>
                </a:cubicBezTo>
                <a:cubicBezTo>
                  <a:pt x="7" y="85"/>
                  <a:pt x="7" y="86"/>
                  <a:pt x="8" y="87"/>
                </a:cubicBezTo>
                <a:cubicBezTo>
                  <a:pt x="8" y="88"/>
                  <a:pt x="10" y="88"/>
                  <a:pt x="10" y="87"/>
                </a:cubicBezTo>
                <a:close/>
                <a:moveTo>
                  <a:pt x="85" y="84"/>
                </a:moveTo>
                <a:cubicBezTo>
                  <a:pt x="67" y="67"/>
                  <a:pt x="67" y="67"/>
                  <a:pt x="67" y="67"/>
                </a:cubicBezTo>
                <a:cubicBezTo>
                  <a:pt x="66" y="66"/>
                  <a:pt x="65" y="66"/>
                  <a:pt x="64" y="67"/>
                </a:cubicBezTo>
                <a:cubicBezTo>
                  <a:pt x="63" y="68"/>
                  <a:pt x="63" y="69"/>
                  <a:pt x="64" y="70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8"/>
                  <a:pt x="84" y="88"/>
                  <a:pt x="85" y="87"/>
                </a:cubicBezTo>
                <a:cubicBezTo>
                  <a:pt x="85" y="86"/>
                  <a:pt x="85" y="85"/>
                  <a:pt x="85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2" r="15926"/>
          <a:stretch/>
        </p:blipFill>
        <p:spPr>
          <a:xfrm>
            <a:off x="769327" y="1850563"/>
            <a:ext cx="2077672" cy="3071041"/>
          </a:xfrm>
          <a:prstGeom prst="rect">
            <a:avLst/>
          </a:prstGeom>
        </p:spPr>
      </p:pic>
      <p:sp>
        <p:nvSpPr>
          <p:cNvPr id="44" name="Freeform 33"/>
          <p:cNvSpPr>
            <a:spLocks noEditPoints="1"/>
          </p:cNvSpPr>
          <p:nvPr/>
        </p:nvSpPr>
        <p:spPr bwMode="auto">
          <a:xfrm>
            <a:off x="-1087846" y="3386084"/>
            <a:ext cx="891903" cy="1008702"/>
          </a:xfrm>
          <a:custGeom>
            <a:avLst/>
            <a:gdLst>
              <a:gd name="T0" fmla="*/ 20 w 78"/>
              <a:gd name="T1" fmla="*/ 7 h 88"/>
              <a:gd name="T2" fmla="*/ 20 w 78"/>
              <a:gd name="T3" fmla="*/ 11 h 88"/>
              <a:gd name="T4" fmla="*/ 5 w 78"/>
              <a:gd name="T5" fmla="*/ 6 h 88"/>
              <a:gd name="T6" fmla="*/ 1 w 78"/>
              <a:gd name="T7" fmla="*/ 8 h 88"/>
              <a:gd name="T8" fmla="*/ 0 w 78"/>
              <a:gd name="T9" fmla="*/ 20 h 88"/>
              <a:gd name="T10" fmla="*/ 3 w 78"/>
              <a:gd name="T11" fmla="*/ 38 h 88"/>
              <a:gd name="T12" fmla="*/ 17 w 78"/>
              <a:gd name="T13" fmla="*/ 49 h 88"/>
              <a:gd name="T14" fmla="*/ 20 w 78"/>
              <a:gd name="T15" fmla="*/ 50 h 88"/>
              <a:gd name="T16" fmla="*/ 20 w 78"/>
              <a:gd name="T17" fmla="*/ 49 h 88"/>
              <a:gd name="T18" fmla="*/ 31 w 78"/>
              <a:gd name="T19" fmla="*/ 52 h 88"/>
              <a:gd name="T20" fmla="*/ 31 w 78"/>
              <a:gd name="T21" fmla="*/ 64 h 88"/>
              <a:gd name="T22" fmla="*/ 27 w 78"/>
              <a:gd name="T23" fmla="*/ 64 h 88"/>
              <a:gd name="T24" fmla="*/ 27 w 78"/>
              <a:gd name="T25" fmla="*/ 68 h 88"/>
              <a:gd name="T26" fmla="*/ 15 w 78"/>
              <a:gd name="T27" fmla="*/ 68 h 88"/>
              <a:gd name="T28" fmla="*/ 15 w 78"/>
              <a:gd name="T29" fmla="*/ 88 h 88"/>
              <a:gd name="T30" fmla="*/ 64 w 78"/>
              <a:gd name="T31" fmla="*/ 88 h 88"/>
              <a:gd name="T32" fmla="*/ 64 w 78"/>
              <a:gd name="T33" fmla="*/ 68 h 88"/>
              <a:gd name="T34" fmla="*/ 52 w 78"/>
              <a:gd name="T35" fmla="*/ 68 h 88"/>
              <a:gd name="T36" fmla="*/ 52 w 78"/>
              <a:gd name="T37" fmla="*/ 64 h 88"/>
              <a:gd name="T38" fmla="*/ 47 w 78"/>
              <a:gd name="T39" fmla="*/ 64 h 88"/>
              <a:gd name="T40" fmla="*/ 47 w 78"/>
              <a:gd name="T41" fmla="*/ 52 h 88"/>
              <a:gd name="T42" fmla="*/ 58 w 78"/>
              <a:gd name="T43" fmla="*/ 49 h 88"/>
              <a:gd name="T44" fmla="*/ 58 w 78"/>
              <a:gd name="T45" fmla="*/ 50 h 88"/>
              <a:gd name="T46" fmla="*/ 61 w 78"/>
              <a:gd name="T47" fmla="*/ 49 h 88"/>
              <a:gd name="T48" fmla="*/ 75 w 78"/>
              <a:gd name="T49" fmla="*/ 38 h 88"/>
              <a:gd name="T50" fmla="*/ 78 w 78"/>
              <a:gd name="T51" fmla="*/ 20 h 88"/>
              <a:gd name="T52" fmla="*/ 77 w 78"/>
              <a:gd name="T53" fmla="*/ 8 h 88"/>
              <a:gd name="T54" fmla="*/ 73 w 78"/>
              <a:gd name="T55" fmla="*/ 6 h 88"/>
              <a:gd name="T56" fmla="*/ 58 w 78"/>
              <a:gd name="T57" fmla="*/ 11 h 88"/>
              <a:gd name="T58" fmla="*/ 58 w 78"/>
              <a:gd name="T59" fmla="*/ 7 h 88"/>
              <a:gd name="T60" fmla="*/ 60 w 78"/>
              <a:gd name="T61" fmla="*/ 7 h 88"/>
              <a:gd name="T62" fmla="*/ 60 w 78"/>
              <a:gd name="T63" fmla="*/ 0 h 88"/>
              <a:gd name="T64" fmla="*/ 17 w 78"/>
              <a:gd name="T65" fmla="*/ 0 h 88"/>
              <a:gd name="T66" fmla="*/ 17 w 78"/>
              <a:gd name="T67" fmla="*/ 7 h 88"/>
              <a:gd name="T68" fmla="*/ 20 w 78"/>
              <a:gd name="T69" fmla="*/ 7 h 88"/>
              <a:gd name="T70" fmla="*/ 63 w 78"/>
              <a:gd name="T71" fmla="*/ 42 h 88"/>
              <a:gd name="T72" fmla="*/ 59 w 78"/>
              <a:gd name="T73" fmla="*/ 20 h 88"/>
              <a:gd name="T74" fmla="*/ 61 w 78"/>
              <a:gd name="T75" fmla="*/ 22 h 88"/>
              <a:gd name="T76" fmla="*/ 66 w 78"/>
              <a:gd name="T77" fmla="*/ 18 h 88"/>
              <a:gd name="T78" fmla="*/ 64 w 78"/>
              <a:gd name="T79" fmla="*/ 16 h 88"/>
              <a:gd name="T80" fmla="*/ 71 w 78"/>
              <a:gd name="T81" fmla="*/ 13 h 88"/>
              <a:gd name="T82" fmla="*/ 72 w 78"/>
              <a:gd name="T83" fmla="*/ 20 h 88"/>
              <a:gd name="T84" fmla="*/ 69 w 78"/>
              <a:gd name="T85" fmla="*/ 36 h 88"/>
              <a:gd name="T86" fmla="*/ 63 w 78"/>
              <a:gd name="T87" fmla="*/ 42 h 88"/>
              <a:gd name="T88" fmla="*/ 19 w 78"/>
              <a:gd name="T89" fmla="*/ 20 h 88"/>
              <a:gd name="T90" fmla="*/ 15 w 78"/>
              <a:gd name="T91" fmla="*/ 42 h 88"/>
              <a:gd name="T92" fmla="*/ 9 w 78"/>
              <a:gd name="T93" fmla="*/ 36 h 88"/>
              <a:gd name="T94" fmla="*/ 6 w 78"/>
              <a:gd name="T95" fmla="*/ 20 h 88"/>
              <a:gd name="T96" fmla="*/ 7 w 78"/>
              <a:gd name="T97" fmla="*/ 13 h 88"/>
              <a:gd name="T98" fmla="*/ 14 w 78"/>
              <a:gd name="T99" fmla="*/ 16 h 88"/>
              <a:gd name="T100" fmla="*/ 12 w 78"/>
              <a:gd name="T101" fmla="*/ 18 h 88"/>
              <a:gd name="T102" fmla="*/ 17 w 78"/>
              <a:gd name="T103" fmla="*/ 22 h 88"/>
              <a:gd name="T104" fmla="*/ 19 w 78"/>
              <a:gd name="T105" fmla="*/ 20 h 88"/>
              <a:gd name="T106" fmla="*/ 32 w 78"/>
              <a:gd name="T107" fmla="*/ 10 h 88"/>
              <a:gd name="T108" fmla="*/ 32 w 78"/>
              <a:gd name="T109" fmla="*/ 45 h 88"/>
              <a:gd name="T110" fmla="*/ 25 w 78"/>
              <a:gd name="T111" fmla="*/ 41 h 88"/>
              <a:gd name="T112" fmla="*/ 28 w 78"/>
              <a:gd name="T113" fmla="*/ 14 h 88"/>
              <a:gd name="T114" fmla="*/ 28 w 78"/>
              <a:gd name="T115" fmla="*/ 10 h 88"/>
              <a:gd name="T116" fmla="*/ 32 w 78"/>
              <a:gd name="T117" fmla="*/ 10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8" h="88">
                <a:moveTo>
                  <a:pt x="20" y="7"/>
                </a:moveTo>
                <a:cubicBezTo>
                  <a:pt x="20" y="8"/>
                  <a:pt x="21" y="10"/>
                  <a:pt x="20" y="11"/>
                </a:cubicBezTo>
                <a:cubicBezTo>
                  <a:pt x="5" y="6"/>
                  <a:pt x="5" y="6"/>
                  <a:pt x="5" y="6"/>
                </a:cubicBezTo>
                <a:cubicBezTo>
                  <a:pt x="1" y="8"/>
                  <a:pt x="1" y="8"/>
                  <a:pt x="1" y="8"/>
                </a:cubicBezTo>
                <a:cubicBezTo>
                  <a:pt x="0" y="11"/>
                  <a:pt x="0" y="16"/>
                  <a:pt x="0" y="20"/>
                </a:cubicBezTo>
                <a:cubicBezTo>
                  <a:pt x="0" y="26"/>
                  <a:pt x="1" y="33"/>
                  <a:pt x="3" y="38"/>
                </a:cubicBezTo>
                <a:cubicBezTo>
                  <a:pt x="6" y="44"/>
                  <a:pt x="10" y="48"/>
                  <a:pt x="17" y="49"/>
                </a:cubicBezTo>
                <a:cubicBezTo>
                  <a:pt x="18" y="50"/>
                  <a:pt x="19" y="50"/>
                  <a:pt x="20" y="50"/>
                </a:cubicBezTo>
                <a:cubicBezTo>
                  <a:pt x="20" y="49"/>
                  <a:pt x="20" y="49"/>
                  <a:pt x="20" y="49"/>
                </a:cubicBezTo>
                <a:cubicBezTo>
                  <a:pt x="22" y="51"/>
                  <a:pt x="26" y="52"/>
                  <a:pt x="31" y="52"/>
                </a:cubicBezTo>
                <a:cubicBezTo>
                  <a:pt x="31" y="64"/>
                  <a:pt x="31" y="64"/>
                  <a:pt x="31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27" y="68"/>
                  <a:pt x="27" y="68"/>
                  <a:pt x="27" y="68"/>
                </a:cubicBezTo>
                <a:cubicBezTo>
                  <a:pt x="15" y="68"/>
                  <a:pt x="15" y="68"/>
                  <a:pt x="15" y="68"/>
                </a:cubicBezTo>
                <a:cubicBezTo>
                  <a:pt x="15" y="88"/>
                  <a:pt x="15" y="88"/>
                  <a:pt x="15" y="88"/>
                </a:cubicBezTo>
                <a:cubicBezTo>
                  <a:pt x="64" y="88"/>
                  <a:pt x="64" y="88"/>
                  <a:pt x="64" y="88"/>
                </a:cubicBezTo>
                <a:cubicBezTo>
                  <a:pt x="64" y="68"/>
                  <a:pt x="64" y="68"/>
                  <a:pt x="64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4"/>
                  <a:pt x="52" y="64"/>
                  <a:pt x="52" y="64"/>
                </a:cubicBezTo>
                <a:cubicBezTo>
                  <a:pt x="47" y="64"/>
                  <a:pt x="47" y="64"/>
                  <a:pt x="47" y="64"/>
                </a:cubicBezTo>
                <a:cubicBezTo>
                  <a:pt x="47" y="52"/>
                  <a:pt x="47" y="52"/>
                  <a:pt x="47" y="52"/>
                </a:cubicBezTo>
                <a:cubicBezTo>
                  <a:pt x="52" y="52"/>
                  <a:pt x="56" y="51"/>
                  <a:pt x="58" y="49"/>
                </a:cubicBezTo>
                <a:cubicBezTo>
                  <a:pt x="58" y="50"/>
                  <a:pt x="58" y="50"/>
                  <a:pt x="58" y="50"/>
                </a:cubicBezTo>
                <a:cubicBezTo>
                  <a:pt x="59" y="50"/>
                  <a:pt x="60" y="50"/>
                  <a:pt x="61" y="49"/>
                </a:cubicBezTo>
                <a:cubicBezTo>
                  <a:pt x="68" y="48"/>
                  <a:pt x="72" y="44"/>
                  <a:pt x="75" y="38"/>
                </a:cubicBezTo>
                <a:cubicBezTo>
                  <a:pt x="77" y="33"/>
                  <a:pt x="78" y="26"/>
                  <a:pt x="78" y="20"/>
                </a:cubicBezTo>
                <a:cubicBezTo>
                  <a:pt x="78" y="16"/>
                  <a:pt x="78" y="11"/>
                  <a:pt x="77" y="8"/>
                </a:cubicBezTo>
                <a:cubicBezTo>
                  <a:pt x="73" y="6"/>
                  <a:pt x="73" y="6"/>
                  <a:pt x="73" y="6"/>
                </a:cubicBezTo>
                <a:cubicBezTo>
                  <a:pt x="58" y="11"/>
                  <a:pt x="58" y="11"/>
                  <a:pt x="58" y="11"/>
                </a:cubicBezTo>
                <a:cubicBezTo>
                  <a:pt x="57" y="10"/>
                  <a:pt x="58" y="8"/>
                  <a:pt x="58" y="7"/>
                </a:cubicBezTo>
                <a:cubicBezTo>
                  <a:pt x="60" y="7"/>
                  <a:pt x="60" y="7"/>
                  <a:pt x="60" y="7"/>
                </a:cubicBezTo>
                <a:cubicBezTo>
                  <a:pt x="60" y="0"/>
                  <a:pt x="60" y="0"/>
                  <a:pt x="6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7"/>
                  <a:pt x="17" y="7"/>
                  <a:pt x="17" y="7"/>
                </a:cubicBezTo>
                <a:cubicBezTo>
                  <a:pt x="20" y="7"/>
                  <a:pt x="20" y="7"/>
                  <a:pt x="20" y="7"/>
                </a:cubicBezTo>
                <a:close/>
                <a:moveTo>
                  <a:pt x="63" y="42"/>
                </a:moveTo>
                <a:cubicBezTo>
                  <a:pt x="64" y="36"/>
                  <a:pt x="60" y="28"/>
                  <a:pt x="59" y="20"/>
                </a:cubicBezTo>
                <a:cubicBezTo>
                  <a:pt x="61" y="22"/>
                  <a:pt x="61" y="22"/>
                  <a:pt x="61" y="22"/>
                </a:cubicBezTo>
                <a:cubicBezTo>
                  <a:pt x="66" y="18"/>
                  <a:pt x="66" y="18"/>
                  <a:pt x="66" y="18"/>
                </a:cubicBezTo>
                <a:cubicBezTo>
                  <a:pt x="64" y="16"/>
                  <a:pt x="64" y="16"/>
                  <a:pt x="64" y="16"/>
                </a:cubicBezTo>
                <a:cubicBezTo>
                  <a:pt x="71" y="13"/>
                  <a:pt x="71" y="13"/>
                  <a:pt x="71" y="13"/>
                </a:cubicBezTo>
                <a:cubicBezTo>
                  <a:pt x="72" y="15"/>
                  <a:pt x="72" y="18"/>
                  <a:pt x="72" y="20"/>
                </a:cubicBezTo>
                <a:cubicBezTo>
                  <a:pt x="71" y="26"/>
                  <a:pt x="71" y="31"/>
                  <a:pt x="69" y="36"/>
                </a:cubicBezTo>
                <a:cubicBezTo>
                  <a:pt x="67" y="39"/>
                  <a:pt x="65" y="41"/>
                  <a:pt x="63" y="42"/>
                </a:cubicBezTo>
                <a:close/>
                <a:moveTo>
                  <a:pt x="19" y="20"/>
                </a:moveTo>
                <a:cubicBezTo>
                  <a:pt x="17" y="28"/>
                  <a:pt x="14" y="36"/>
                  <a:pt x="15" y="42"/>
                </a:cubicBezTo>
                <a:cubicBezTo>
                  <a:pt x="13" y="41"/>
                  <a:pt x="11" y="39"/>
                  <a:pt x="9" y="36"/>
                </a:cubicBezTo>
                <a:cubicBezTo>
                  <a:pt x="7" y="31"/>
                  <a:pt x="6" y="26"/>
                  <a:pt x="6" y="20"/>
                </a:cubicBezTo>
                <a:cubicBezTo>
                  <a:pt x="6" y="18"/>
                  <a:pt x="6" y="15"/>
                  <a:pt x="7" y="13"/>
                </a:cubicBezTo>
                <a:cubicBezTo>
                  <a:pt x="14" y="16"/>
                  <a:pt x="14" y="16"/>
                  <a:pt x="14" y="16"/>
                </a:cubicBezTo>
                <a:cubicBezTo>
                  <a:pt x="12" y="18"/>
                  <a:pt x="12" y="18"/>
                  <a:pt x="12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0"/>
                  <a:pt x="19" y="20"/>
                  <a:pt x="19" y="20"/>
                </a:cubicBezTo>
                <a:close/>
                <a:moveTo>
                  <a:pt x="32" y="10"/>
                </a:moveTo>
                <a:cubicBezTo>
                  <a:pt x="32" y="45"/>
                  <a:pt x="32" y="45"/>
                  <a:pt x="32" y="45"/>
                </a:cubicBezTo>
                <a:cubicBezTo>
                  <a:pt x="32" y="45"/>
                  <a:pt x="27" y="45"/>
                  <a:pt x="25" y="41"/>
                </a:cubicBezTo>
                <a:cubicBezTo>
                  <a:pt x="24" y="37"/>
                  <a:pt x="28" y="16"/>
                  <a:pt x="28" y="14"/>
                </a:cubicBezTo>
                <a:cubicBezTo>
                  <a:pt x="28" y="13"/>
                  <a:pt x="28" y="10"/>
                  <a:pt x="28" y="10"/>
                </a:cubicBezTo>
                <a:lnTo>
                  <a:pt x="32" y="1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roup 12"/>
          <p:cNvGrpSpPr/>
          <p:nvPr/>
        </p:nvGrpSpPr>
        <p:grpSpPr>
          <a:xfrm>
            <a:off x="-1009469" y="5153471"/>
            <a:ext cx="593155" cy="593155"/>
            <a:chOff x="9632897" y="4527485"/>
            <a:chExt cx="755703" cy="755703"/>
          </a:xfrm>
        </p:grpSpPr>
        <p:sp>
          <p:nvSpPr>
            <p:cNvPr id="49" name="Oval 19"/>
            <p:cNvSpPr/>
            <p:nvPr/>
          </p:nvSpPr>
          <p:spPr>
            <a:xfrm>
              <a:off x="9632897" y="4527485"/>
              <a:ext cx="755703" cy="75570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35"/>
            <p:cNvSpPr>
              <a:spLocks/>
            </p:cNvSpPr>
            <p:nvPr/>
          </p:nvSpPr>
          <p:spPr bwMode="auto">
            <a:xfrm>
              <a:off x="9841036" y="4746208"/>
              <a:ext cx="349218" cy="320594"/>
            </a:xfrm>
            <a:custGeom>
              <a:avLst/>
              <a:gdLst>
                <a:gd name="T0" fmla="*/ 29 w 85"/>
                <a:gd name="T1" fmla="*/ 0 h 78"/>
                <a:gd name="T2" fmla="*/ 34 w 85"/>
                <a:gd name="T3" fmla="*/ 29 h 78"/>
                <a:gd name="T4" fmla="*/ 8 w 85"/>
                <a:gd name="T5" fmla="*/ 29 h 78"/>
                <a:gd name="T6" fmla="*/ 6 w 85"/>
                <a:gd name="T7" fmla="*/ 29 h 78"/>
                <a:gd name="T8" fmla="*/ 0 w 85"/>
                <a:gd name="T9" fmla="*/ 35 h 78"/>
                <a:gd name="T10" fmla="*/ 0 w 85"/>
                <a:gd name="T11" fmla="*/ 35 h 78"/>
                <a:gd name="T12" fmla="*/ 4 w 85"/>
                <a:gd name="T13" fmla="*/ 42 h 78"/>
                <a:gd name="T14" fmla="*/ 0 w 85"/>
                <a:gd name="T15" fmla="*/ 47 h 78"/>
                <a:gd name="T16" fmla="*/ 0 w 85"/>
                <a:gd name="T17" fmla="*/ 47 h 78"/>
                <a:gd name="T18" fmla="*/ 5 w 85"/>
                <a:gd name="T19" fmla="*/ 54 h 78"/>
                <a:gd name="T20" fmla="*/ 4 w 85"/>
                <a:gd name="T21" fmla="*/ 58 h 78"/>
                <a:gd name="T22" fmla="*/ 4 w 85"/>
                <a:gd name="T23" fmla="*/ 58 h 78"/>
                <a:gd name="T24" fmla="*/ 10 w 85"/>
                <a:gd name="T25" fmla="*/ 65 h 78"/>
                <a:gd name="T26" fmla="*/ 11 w 85"/>
                <a:gd name="T27" fmla="*/ 65 h 78"/>
                <a:gd name="T28" fmla="*/ 9 w 85"/>
                <a:gd name="T29" fmla="*/ 70 h 78"/>
                <a:gd name="T30" fmla="*/ 9 w 85"/>
                <a:gd name="T31" fmla="*/ 70 h 78"/>
                <a:gd name="T32" fmla="*/ 15 w 85"/>
                <a:gd name="T33" fmla="*/ 77 h 78"/>
                <a:gd name="T34" fmla="*/ 29 w 85"/>
                <a:gd name="T35" fmla="*/ 77 h 78"/>
                <a:gd name="T36" fmla="*/ 45 w 85"/>
                <a:gd name="T37" fmla="*/ 77 h 78"/>
                <a:gd name="T38" fmla="*/ 46 w 85"/>
                <a:gd name="T39" fmla="*/ 77 h 78"/>
                <a:gd name="T40" fmla="*/ 51 w 85"/>
                <a:gd name="T41" fmla="*/ 71 h 78"/>
                <a:gd name="T42" fmla="*/ 66 w 85"/>
                <a:gd name="T43" fmla="*/ 69 h 78"/>
                <a:gd name="T44" fmla="*/ 66 w 85"/>
                <a:gd name="T45" fmla="*/ 78 h 78"/>
                <a:gd name="T46" fmla="*/ 85 w 85"/>
                <a:gd name="T47" fmla="*/ 78 h 78"/>
                <a:gd name="T48" fmla="*/ 85 w 85"/>
                <a:gd name="T49" fmla="*/ 25 h 78"/>
                <a:gd name="T50" fmla="*/ 66 w 85"/>
                <a:gd name="T51" fmla="*/ 25 h 78"/>
                <a:gd name="T52" fmla="*/ 66 w 85"/>
                <a:gd name="T53" fmla="*/ 32 h 78"/>
                <a:gd name="T54" fmla="*/ 61 w 85"/>
                <a:gd name="T55" fmla="*/ 32 h 78"/>
                <a:gd name="T56" fmla="*/ 29 w 85"/>
                <a:gd name="T57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5" h="78">
                  <a:moveTo>
                    <a:pt x="29" y="0"/>
                  </a:moveTo>
                  <a:cubicBezTo>
                    <a:pt x="1" y="7"/>
                    <a:pt x="33" y="28"/>
                    <a:pt x="34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3" y="29"/>
                    <a:pt x="0" y="32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8"/>
                    <a:pt x="1" y="41"/>
                    <a:pt x="4" y="42"/>
                  </a:cubicBezTo>
                  <a:cubicBezTo>
                    <a:pt x="2" y="43"/>
                    <a:pt x="0" y="45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1"/>
                    <a:pt x="2" y="53"/>
                    <a:pt x="5" y="54"/>
                  </a:cubicBezTo>
                  <a:cubicBezTo>
                    <a:pt x="4" y="55"/>
                    <a:pt x="4" y="57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62"/>
                    <a:pt x="7" y="65"/>
                    <a:pt x="10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9" y="66"/>
                    <a:pt x="9" y="68"/>
                    <a:pt x="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4"/>
                    <a:pt x="12" y="77"/>
                    <a:pt x="15" y="77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51" y="71"/>
                    <a:pt x="51" y="71"/>
                    <a:pt x="51" y="71"/>
                  </a:cubicBezTo>
                  <a:cubicBezTo>
                    <a:pt x="66" y="69"/>
                    <a:pt x="66" y="69"/>
                    <a:pt x="66" y="69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85" y="78"/>
                    <a:pt x="85" y="78"/>
                    <a:pt x="85" y="78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7" y="16"/>
                    <a:pt x="32" y="17"/>
                    <a:pt x="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386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946757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怎么做一场口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测？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了解题目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grpSp>
        <p:nvGrpSpPr>
          <p:cNvPr id="19" name="Group 3"/>
          <p:cNvGrpSpPr/>
          <p:nvPr/>
        </p:nvGrpSpPr>
        <p:grpSpPr>
          <a:xfrm>
            <a:off x="10987088" y="5049247"/>
            <a:ext cx="888959" cy="1400146"/>
            <a:chOff x="4665731" y="1530069"/>
            <a:chExt cx="2860538" cy="5166121"/>
          </a:xfrm>
        </p:grpSpPr>
        <p:sp>
          <p:nvSpPr>
            <p:cNvPr id="31" name="Freeform 5"/>
            <p:cNvSpPr>
              <a:spLocks/>
            </p:cNvSpPr>
            <p:nvPr/>
          </p:nvSpPr>
          <p:spPr bwMode="auto">
            <a:xfrm>
              <a:off x="4766273" y="3343781"/>
              <a:ext cx="1694440" cy="1760483"/>
            </a:xfrm>
            <a:custGeom>
              <a:avLst/>
              <a:gdLst>
                <a:gd name="T0" fmla="*/ 727 w 727"/>
                <a:gd name="T1" fmla="*/ 559 h 755"/>
                <a:gd name="T2" fmla="*/ 553 w 727"/>
                <a:gd name="T3" fmla="*/ 525 h 755"/>
                <a:gd name="T4" fmla="*/ 326 w 727"/>
                <a:gd name="T5" fmla="*/ 313 h 755"/>
                <a:gd name="T6" fmla="*/ 403 w 727"/>
                <a:gd name="T7" fmla="*/ 310 h 755"/>
                <a:gd name="T8" fmla="*/ 413 w 727"/>
                <a:gd name="T9" fmla="*/ 274 h 755"/>
                <a:gd name="T10" fmla="*/ 245 w 727"/>
                <a:gd name="T11" fmla="*/ 26 h 755"/>
                <a:gd name="T12" fmla="*/ 203 w 727"/>
                <a:gd name="T13" fmla="*/ 26 h 755"/>
                <a:gd name="T14" fmla="*/ 15 w 727"/>
                <a:gd name="T15" fmla="*/ 280 h 755"/>
                <a:gd name="T16" fmla="*/ 24 w 727"/>
                <a:gd name="T17" fmla="*/ 310 h 755"/>
                <a:gd name="T18" fmla="*/ 114 w 727"/>
                <a:gd name="T19" fmla="*/ 315 h 755"/>
                <a:gd name="T20" fmla="*/ 567 w 727"/>
                <a:gd name="T21" fmla="*/ 747 h 755"/>
                <a:gd name="T22" fmla="*/ 727 w 727"/>
                <a:gd name="T23" fmla="*/ 559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7" h="755">
                  <a:moveTo>
                    <a:pt x="727" y="559"/>
                  </a:moveTo>
                  <a:cubicBezTo>
                    <a:pt x="715" y="515"/>
                    <a:pt x="651" y="517"/>
                    <a:pt x="553" y="525"/>
                  </a:cubicBezTo>
                  <a:cubicBezTo>
                    <a:pt x="479" y="533"/>
                    <a:pt x="309" y="547"/>
                    <a:pt x="326" y="313"/>
                  </a:cubicBezTo>
                  <a:cubicBezTo>
                    <a:pt x="403" y="310"/>
                    <a:pt x="403" y="310"/>
                    <a:pt x="403" y="310"/>
                  </a:cubicBezTo>
                  <a:cubicBezTo>
                    <a:pt x="429" y="310"/>
                    <a:pt x="428" y="295"/>
                    <a:pt x="413" y="274"/>
                  </a:cubicBezTo>
                  <a:cubicBezTo>
                    <a:pt x="413" y="274"/>
                    <a:pt x="297" y="101"/>
                    <a:pt x="245" y="26"/>
                  </a:cubicBezTo>
                  <a:cubicBezTo>
                    <a:pt x="231" y="6"/>
                    <a:pt x="220" y="0"/>
                    <a:pt x="203" y="26"/>
                  </a:cubicBezTo>
                  <a:cubicBezTo>
                    <a:pt x="144" y="97"/>
                    <a:pt x="55" y="225"/>
                    <a:pt x="15" y="280"/>
                  </a:cubicBezTo>
                  <a:cubicBezTo>
                    <a:pt x="12" y="284"/>
                    <a:pt x="0" y="307"/>
                    <a:pt x="24" y="310"/>
                  </a:cubicBezTo>
                  <a:cubicBezTo>
                    <a:pt x="52" y="313"/>
                    <a:pt x="114" y="315"/>
                    <a:pt x="114" y="315"/>
                  </a:cubicBezTo>
                  <a:cubicBezTo>
                    <a:pt x="93" y="749"/>
                    <a:pt x="350" y="749"/>
                    <a:pt x="567" y="747"/>
                  </a:cubicBezTo>
                  <a:cubicBezTo>
                    <a:pt x="606" y="755"/>
                    <a:pt x="723" y="704"/>
                    <a:pt x="727" y="5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5831829" y="2495082"/>
              <a:ext cx="1694440" cy="1762454"/>
            </a:xfrm>
            <a:custGeom>
              <a:avLst/>
              <a:gdLst>
                <a:gd name="T0" fmla="*/ 0 w 727"/>
                <a:gd name="T1" fmla="*/ 559 h 756"/>
                <a:gd name="T2" fmla="*/ 173 w 727"/>
                <a:gd name="T3" fmla="*/ 526 h 756"/>
                <a:gd name="T4" fmla="*/ 401 w 727"/>
                <a:gd name="T5" fmla="*/ 314 h 756"/>
                <a:gd name="T6" fmla="*/ 324 w 727"/>
                <a:gd name="T7" fmla="*/ 311 h 756"/>
                <a:gd name="T8" fmla="*/ 314 w 727"/>
                <a:gd name="T9" fmla="*/ 275 h 756"/>
                <a:gd name="T10" fmla="*/ 482 w 727"/>
                <a:gd name="T11" fmla="*/ 27 h 756"/>
                <a:gd name="T12" fmla="*/ 524 w 727"/>
                <a:gd name="T13" fmla="*/ 27 h 756"/>
                <a:gd name="T14" fmla="*/ 712 w 727"/>
                <a:gd name="T15" fmla="*/ 280 h 756"/>
                <a:gd name="T16" fmla="*/ 703 w 727"/>
                <a:gd name="T17" fmla="*/ 311 h 756"/>
                <a:gd name="T18" fmla="*/ 613 w 727"/>
                <a:gd name="T19" fmla="*/ 316 h 756"/>
                <a:gd name="T20" fmla="*/ 160 w 727"/>
                <a:gd name="T21" fmla="*/ 748 h 756"/>
                <a:gd name="T22" fmla="*/ 0 w 727"/>
                <a:gd name="T23" fmla="*/ 559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7" h="756">
                  <a:moveTo>
                    <a:pt x="0" y="559"/>
                  </a:moveTo>
                  <a:cubicBezTo>
                    <a:pt x="11" y="516"/>
                    <a:pt x="76" y="518"/>
                    <a:pt x="173" y="526"/>
                  </a:cubicBezTo>
                  <a:cubicBezTo>
                    <a:pt x="248" y="534"/>
                    <a:pt x="418" y="548"/>
                    <a:pt x="401" y="314"/>
                  </a:cubicBezTo>
                  <a:cubicBezTo>
                    <a:pt x="324" y="311"/>
                    <a:pt x="324" y="311"/>
                    <a:pt x="324" y="311"/>
                  </a:cubicBezTo>
                  <a:cubicBezTo>
                    <a:pt x="297" y="311"/>
                    <a:pt x="298" y="296"/>
                    <a:pt x="314" y="275"/>
                  </a:cubicBezTo>
                  <a:cubicBezTo>
                    <a:pt x="314" y="275"/>
                    <a:pt x="429" y="102"/>
                    <a:pt x="482" y="27"/>
                  </a:cubicBezTo>
                  <a:cubicBezTo>
                    <a:pt x="496" y="7"/>
                    <a:pt x="507" y="0"/>
                    <a:pt x="524" y="27"/>
                  </a:cubicBezTo>
                  <a:cubicBezTo>
                    <a:pt x="583" y="98"/>
                    <a:pt x="672" y="225"/>
                    <a:pt x="712" y="280"/>
                  </a:cubicBezTo>
                  <a:cubicBezTo>
                    <a:pt x="714" y="285"/>
                    <a:pt x="727" y="308"/>
                    <a:pt x="703" y="311"/>
                  </a:cubicBezTo>
                  <a:cubicBezTo>
                    <a:pt x="675" y="314"/>
                    <a:pt x="613" y="316"/>
                    <a:pt x="613" y="316"/>
                  </a:cubicBezTo>
                  <a:cubicBezTo>
                    <a:pt x="634" y="750"/>
                    <a:pt x="376" y="750"/>
                    <a:pt x="160" y="748"/>
                  </a:cubicBezTo>
                  <a:cubicBezTo>
                    <a:pt x="121" y="756"/>
                    <a:pt x="4" y="705"/>
                    <a:pt x="0" y="559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7"/>
            <p:cNvSpPr>
              <a:spLocks/>
            </p:cNvSpPr>
            <p:nvPr/>
          </p:nvSpPr>
          <p:spPr bwMode="auto">
            <a:xfrm>
              <a:off x="4665731" y="1530069"/>
              <a:ext cx="1695426" cy="1762454"/>
            </a:xfrm>
            <a:custGeom>
              <a:avLst/>
              <a:gdLst>
                <a:gd name="T0" fmla="*/ 727 w 727"/>
                <a:gd name="T1" fmla="*/ 559 h 756"/>
                <a:gd name="T2" fmla="*/ 554 w 727"/>
                <a:gd name="T3" fmla="*/ 526 h 756"/>
                <a:gd name="T4" fmla="*/ 326 w 727"/>
                <a:gd name="T5" fmla="*/ 314 h 756"/>
                <a:gd name="T6" fmla="*/ 403 w 727"/>
                <a:gd name="T7" fmla="*/ 311 h 756"/>
                <a:gd name="T8" fmla="*/ 413 w 727"/>
                <a:gd name="T9" fmla="*/ 275 h 756"/>
                <a:gd name="T10" fmla="*/ 245 w 727"/>
                <a:gd name="T11" fmla="*/ 27 h 756"/>
                <a:gd name="T12" fmla="*/ 203 w 727"/>
                <a:gd name="T13" fmla="*/ 27 h 756"/>
                <a:gd name="T14" fmla="*/ 15 w 727"/>
                <a:gd name="T15" fmla="*/ 280 h 756"/>
                <a:gd name="T16" fmla="*/ 24 w 727"/>
                <a:gd name="T17" fmla="*/ 311 h 756"/>
                <a:gd name="T18" fmla="*/ 114 w 727"/>
                <a:gd name="T19" fmla="*/ 316 h 756"/>
                <a:gd name="T20" fmla="*/ 567 w 727"/>
                <a:gd name="T21" fmla="*/ 748 h 756"/>
                <a:gd name="T22" fmla="*/ 727 w 727"/>
                <a:gd name="T23" fmla="*/ 559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7" h="756">
                  <a:moveTo>
                    <a:pt x="727" y="559"/>
                  </a:moveTo>
                  <a:cubicBezTo>
                    <a:pt x="716" y="516"/>
                    <a:pt x="651" y="518"/>
                    <a:pt x="554" y="526"/>
                  </a:cubicBezTo>
                  <a:cubicBezTo>
                    <a:pt x="479" y="534"/>
                    <a:pt x="309" y="548"/>
                    <a:pt x="326" y="314"/>
                  </a:cubicBezTo>
                  <a:cubicBezTo>
                    <a:pt x="403" y="311"/>
                    <a:pt x="403" y="311"/>
                    <a:pt x="403" y="311"/>
                  </a:cubicBezTo>
                  <a:cubicBezTo>
                    <a:pt x="430" y="311"/>
                    <a:pt x="429" y="296"/>
                    <a:pt x="413" y="275"/>
                  </a:cubicBezTo>
                  <a:cubicBezTo>
                    <a:pt x="413" y="275"/>
                    <a:pt x="298" y="102"/>
                    <a:pt x="245" y="27"/>
                  </a:cubicBezTo>
                  <a:cubicBezTo>
                    <a:pt x="231" y="7"/>
                    <a:pt x="220" y="0"/>
                    <a:pt x="203" y="27"/>
                  </a:cubicBezTo>
                  <a:cubicBezTo>
                    <a:pt x="144" y="98"/>
                    <a:pt x="55" y="226"/>
                    <a:pt x="15" y="280"/>
                  </a:cubicBezTo>
                  <a:cubicBezTo>
                    <a:pt x="13" y="285"/>
                    <a:pt x="0" y="308"/>
                    <a:pt x="24" y="311"/>
                  </a:cubicBezTo>
                  <a:cubicBezTo>
                    <a:pt x="52" y="314"/>
                    <a:pt x="114" y="316"/>
                    <a:pt x="114" y="316"/>
                  </a:cubicBezTo>
                  <a:cubicBezTo>
                    <a:pt x="93" y="750"/>
                    <a:pt x="351" y="750"/>
                    <a:pt x="567" y="748"/>
                  </a:cubicBezTo>
                  <a:cubicBezTo>
                    <a:pt x="606" y="756"/>
                    <a:pt x="723" y="705"/>
                    <a:pt x="727" y="559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8"/>
            <p:cNvSpPr>
              <a:spLocks/>
            </p:cNvSpPr>
            <p:nvPr/>
          </p:nvSpPr>
          <p:spPr bwMode="auto">
            <a:xfrm>
              <a:off x="5927443" y="1632584"/>
              <a:ext cx="104486" cy="4464293"/>
            </a:xfrm>
            <a:custGeom>
              <a:avLst/>
              <a:gdLst>
                <a:gd name="T0" fmla="*/ 94 w 106"/>
                <a:gd name="T1" fmla="*/ 4529 h 4529"/>
                <a:gd name="T2" fmla="*/ 0 w 106"/>
                <a:gd name="T3" fmla="*/ 4484 h 4529"/>
                <a:gd name="T4" fmla="*/ 12 w 106"/>
                <a:gd name="T5" fmla="*/ 0 h 4529"/>
                <a:gd name="T6" fmla="*/ 106 w 106"/>
                <a:gd name="T7" fmla="*/ 0 h 4529"/>
                <a:gd name="T8" fmla="*/ 94 w 106"/>
                <a:gd name="T9" fmla="*/ 4529 h 4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4529">
                  <a:moveTo>
                    <a:pt x="94" y="4529"/>
                  </a:moveTo>
                  <a:lnTo>
                    <a:pt x="0" y="4484"/>
                  </a:lnTo>
                  <a:lnTo>
                    <a:pt x="12" y="0"/>
                  </a:lnTo>
                  <a:lnTo>
                    <a:pt x="106" y="0"/>
                  </a:lnTo>
                  <a:lnTo>
                    <a:pt x="94" y="4529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9"/>
            <p:cNvSpPr>
              <a:spLocks/>
            </p:cNvSpPr>
            <p:nvPr/>
          </p:nvSpPr>
          <p:spPr bwMode="auto">
            <a:xfrm>
              <a:off x="6181757" y="1632584"/>
              <a:ext cx="102514" cy="4467250"/>
            </a:xfrm>
            <a:custGeom>
              <a:avLst/>
              <a:gdLst>
                <a:gd name="T0" fmla="*/ 87 w 104"/>
                <a:gd name="T1" fmla="*/ 4498 h 4532"/>
                <a:gd name="T2" fmla="*/ 0 w 104"/>
                <a:gd name="T3" fmla="*/ 4532 h 4532"/>
                <a:gd name="T4" fmla="*/ 11 w 104"/>
                <a:gd name="T5" fmla="*/ 0 h 4532"/>
                <a:gd name="T6" fmla="*/ 104 w 104"/>
                <a:gd name="T7" fmla="*/ 3 h 4532"/>
                <a:gd name="T8" fmla="*/ 87 w 104"/>
                <a:gd name="T9" fmla="*/ 4498 h 4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4532">
                  <a:moveTo>
                    <a:pt x="87" y="4498"/>
                  </a:moveTo>
                  <a:lnTo>
                    <a:pt x="0" y="4532"/>
                  </a:lnTo>
                  <a:lnTo>
                    <a:pt x="11" y="0"/>
                  </a:lnTo>
                  <a:lnTo>
                    <a:pt x="104" y="3"/>
                  </a:lnTo>
                  <a:lnTo>
                    <a:pt x="87" y="4498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6016157" y="1632584"/>
              <a:ext cx="181371" cy="4467250"/>
            </a:xfrm>
            <a:custGeom>
              <a:avLst/>
              <a:gdLst>
                <a:gd name="T0" fmla="*/ 172 w 184"/>
                <a:gd name="T1" fmla="*/ 4532 h 4532"/>
                <a:gd name="T2" fmla="*/ 0 w 184"/>
                <a:gd name="T3" fmla="*/ 4529 h 4532"/>
                <a:gd name="T4" fmla="*/ 11 w 184"/>
                <a:gd name="T5" fmla="*/ 0 h 4532"/>
                <a:gd name="T6" fmla="*/ 184 w 184"/>
                <a:gd name="T7" fmla="*/ 0 h 4532"/>
                <a:gd name="T8" fmla="*/ 172 w 184"/>
                <a:gd name="T9" fmla="*/ 4532 h 4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" h="4532">
                  <a:moveTo>
                    <a:pt x="172" y="4532"/>
                  </a:moveTo>
                  <a:lnTo>
                    <a:pt x="0" y="4529"/>
                  </a:lnTo>
                  <a:lnTo>
                    <a:pt x="11" y="0"/>
                  </a:lnTo>
                  <a:lnTo>
                    <a:pt x="184" y="0"/>
                  </a:lnTo>
                  <a:lnTo>
                    <a:pt x="172" y="45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11"/>
            <p:cNvSpPr>
              <a:spLocks/>
            </p:cNvSpPr>
            <p:nvPr/>
          </p:nvSpPr>
          <p:spPr bwMode="auto">
            <a:xfrm>
              <a:off x="5927443" y="5975634"/>
              <a:ext cx="344999" cy="720556"/>
            </a:xfrm>
            <a:custGeom>
              <a:avLst/>
              <a:gdLst>
                <a:gd name="T0" fmla="*/ 38 w 148"/>
                <a:gd name="T1" fmla="*/ 52 h 309"/>
                <a:gd name="T2" fmla="*/ 70 w 148"/>
                <a:gd name="T3" fmla="*/ 17 h 309"/>
                <a:gd name="T4" fmla="*/ 107 w 148"/>
                <a:gd name="T5" fmla="*/ 45 h 309"/>
                <a:gd name="T6" fmla="*/ 134 w 148"/>
                <a:gd name="T7" fmla="*/ 18 h 309"/>
                <a:gd name="T8" fmla="*/ 148 w 148"/>
                <a:gd name="T9" fmla="*/ 34 h 309"/>
                <a:gd name="T10" fmla="*/ 78 w 148"/>
                <a:gd name="T11" fmla="*/ 309 h 309"/>
                <a:gd name="T12" fmla="*/ 0 w 148"/>
                <a:gd name="T13" fmla="*/ 33 h 309"/>
                <a:gd name="T14" fmla="*/ 38 w 148"/>
                <a:gd name="T15" fmla="*/ 52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8" h="309">
                  <a:moveTo>
                    <a:pt x="38" y="52"/>
                  </a:moveTo>
                  <a:cubicBezTo>
                    <a:pt x="38" y="52"/>
                    <a:pt x="57" y="13"/>
                    <a:pt x="70" y="17"/>
                  </a:cubicBezTo>
                  <a:cubicBezTo>
                    <a:pt x="84" y="21"/>
                    <a:pt x="103" y="15"/>
                    <a:pt x="107" y="45"/>
                  </a:cubicBezTo>
                  <a:cubicBezTo>
                    <a:pt x="111" y="42"/>
                    <a:pt x="122" y="19"/>
                    <a:pt x="134" y="18"/>
                  </a:cubicBezTo>
                  <a:cubicBezTo>
                    <a:pt x="145" y="18"/>
                    <a:pt x="148" y="34"/>
                    <a:pt x="148" y="34"/>
                  </a:cubicBezTo>
                  <a:cubicBezTo>
                    <a:pt x="78" y="309"/>
                    <a:pt x="78" y="309"/>
                    <a:pt x="78" y="30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24" y="0"/>
                    <a:pt x="38" y="52"/>
                  </a:cubicBezTo>
                  <a:close/>
                </a:path>
              </a:pathLst>
            </a:custGeom>
            <a:solidFill>
              <a:srgbClr val="F3E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12"/>
            <p:cNvSpPr>
              <a:spLocks/>
            </p:cNvSpPr>
            <p:nvPr/>
          </p:nvSpPr>
          <p:spPr bwMode="auto">
            <a:xfrm>
              <a:off x="6043757" y="6409348"/>
              <a:ext cx="126171" cy="286842"/>
            </a:xfrm>
            <a:custGeom>
              <a:avLst/>
              <a:gdLst>
                <a:gd name="T0" fmla="*/ 0 w 54"/>
                <a:gd name="T1" fmla="*/ 23 h 123"/>
                <a:gd name="T2" fmla="*/ 28 w 54"/>
                <a:gd name="T3" fmla="*/ 123 h 123"/>
                <a:gd name="T4" fmla="*/ 54 w 54"/>
                <a:gd name="T5" fmla="*/ 23 h 123"/>
                <a:gd name="T6" fmla="*/ 0 w 54"/>
                <a:gd name="T7" fmla="*/ 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23">
                  <a:moveTo>
                    <a:pt x="0" y="23"/>
                  </a:moveTo>
                  <a:cubicBezTo>
                    <a:pt x="28" y="123"/>
                    <a:pt x="28" y="123"/>
                    <a:pt x="28" y="123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3"/>
                    <a:pt x="27" y="0"/>
                    <a:pt x="0" y="2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13"/>
            <p:cNvSpPr>
              <a:spLocks noChangeArrowheads="1"/>
            </p:cNvSpPr>
            <p:nvPr/>
          </p:nvSpPr>
          <p:spPr bwMode="auto">
            <a:xfrm>
              <a:off x="5939271" y="1632584"/>
              <a:ext cx="348942" cy="3144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14"/>
            <p:cNvSpPr>
              <a:spLocks/>
            </p:cNvSpPr>
            <p:nvPr/>
          </p:nvSpPr>
          <p:spPr bwMode="auto">
            <a:xfrm>
              <a:off x="5927443" y="2833182"/>
              <a:ext cx="437656" cy="3266652"/>
            </a:xfrm>
            <a:custGeom>
              <a:avLst/>
              <a:gdLst>
                <a:gd name="T0" fmla="*/ 38 w 188"/>
                <a:gd name="T1" fmla="*/ 1401 h 1401"/>
                <a:gd name="T2" fmla="*/ 40 w 188"/>
                <a:gd name="T3" fmla="*/ 246 h 1401"/>
                <a:gd name="T4" fmla="*/ 188 w 188"/>
                <a:gd name="T5" fmla="*/ 187 h 1401"/>
                <a:gd name="T6" fmla="*/ 186 w 188"/>
                <a:gd name="T7" fmla="*/ 0 h 1401"/>
                <a:gd name="T8" fmla="*/ 3 w 188"/>
                <a:gd name="T9" fmla="*/ 226 h 1401"/>
                <a:gd name="T10" fmla="*/ 0 w 188"/>
                <a:gd name="T11" fmla="*/ 1381 h 1401"/>
                <a:gd name="T12" fmla="*/ 38 w 188"/>
                <a:gd name="T13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8" h="1401">
                  <a:moveTo>
                    <a:pt x="38" y="1401"/>
                  </a:moveTo>
                  <a:cubicBezTo>
                    <a:pt x="40" y="246"/>
                    <a:pt x="40" y="246"/>
                    <a:pt x="40" y="246"/>
                  </a:cubicBezTo>
                  <a:cubicBezTo>
                    <a:pt x="131" y="218"/>
                    <a:pt x="182" y="213"/>
                    <a:pt x="188" y="187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71" y="93"/>
                    <a:pt x="3" y="184"/>
                    <a:pt x="3" y="226"/>
                  </a:cubicBezTo>
                  <a:cubicBezTo>
                    <a:pt x="0" y="1381"/>
                    <a:pt x="0" y="1381"/>
                    <a:pt x="0" y="1381"/>
                  </a:cubicBezTo>
                  <a:cubicBezTo>
                    <a:pt x="14" y="1364"/>
                    <a:pt x="30" y="1368"/>
                    <a:pt x="38" y="14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15"/>
            <p:cNvSpPr>
              <a:spLocks/>
            </p:cNvSpPr>
            <p:nvPr/>
          </p:nvSpPr>
          <p:spPr bwMode="auto">
            <a:xfrm>
              <a:off x="5826900" y="3798195"/>
              <a:ext cx="447513" cy="2294739"/>
            </a:xfrm>
            <a:custGeom>
              <a:avLst/>
              <a:gdLst>
                <a:gd name="T0" fmla="*/ 151 w 192"/>
                <a:gd name="T1" fmla="*/ 984 h 984"/>
                <a:gd name="T2" fmla="*/ 154 w 192"/>
                <a:gd name="T3" fmla="*/ 256 h 984"/>
                <a:gd name="T4" fmla="*/ 0 w 192"/>
                <a:gd name="T5" fmla="*/ 195 h 984"/>
                <a:gd name="T6" fmla="*/ 2 w 192"/>
                <a:gd name="T7" fmla="*/ 0 h 984"/>
                <a:gd name="T8" fmla="*/ 192 w 192"/>
                <a:gd name="T9" fmla="*/ 235 h 984"/>
                <a:gd name="T10" fmla="*/ 191 w 192"/>
                <a:gd name="T11" fmla="*/ 968 h 984"/>
                <a:gd name="T12" fmla="*/ 151 w 192"/>
                <a:gd name="T13" fmla="*/ 984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984">
                  <a:moveTo>
                    <a:pt x="151" y="984"/>
                  </a:moveTo>
                  <a:cubicBezTo>
                    <a:pt x="154" y="256"/>
                    <a:pt x="154" y="256"/>
                    <a:pt x="154" y="256"/>
                  </a:cubicBezTo>
                  <a:cubicBezTo>
                    <a:pt x="59" y="227"/>
                    <a:pt x="6" y="221"/>
                    <a:pt x="0" y="19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8" y="97"/>
                    <a:pt x="192" y="192"/>
                    <a:pt x="192" y="235"/>
                  </a:cubicBezTo>
                  <a:cubicBezTo>
                    <a:pt x="191" y="968"/>
                    <a:pt x="191" y="968"/>
                    <a:pt x="191" y="968"/>
                  </a:cubicBezTo>
                  <a:cubicBezTo>
                    <a:pt x="186" y="945"/>
                    <a:pt x="164" y="947"/>
                    <a:pt x="151" y="9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16"/>
            <p:cNvSpPr>
              <a:spLocks/>
            </p:cNvSpPr>
            <p:nvPr/>
          </p:nvSpPr>
          <p:spPr bwMode="auto">
            <a:xfrm>
              <a:off x="6013200" y="4646893"/>
              <a:ext cx="452442" cy="1449983"/>
            </a:xfrm>
            <a:custGeom>
              <a:avLst/>
              <a:gdLst>
                <a:gd name="T0" fmla="*/ 71 w 194"/>
                <a:gd name="T1" fmla="*/ 620 h 622"/>
                <a:gd name="T2" fmla="*/ 74 w 194"/>
                <a:gd name="T3" fmla="*/ 246 h 622"/>
                <a:gd name="T4" fmla="*/ 194 w 194"/>
                <a:gd name="T5" fmla="*/ 194 h 622"/>
                <a:gd name="T6" fmla="*/ 192 w 194"/>
                <a:gd name="T7" fmla="*/ 0 h 622"/>
                <a:gd name="T8" fmla="*/ 0 w 194"/>
                <a:gd name="T9" fmla="*/ 234 h 622"/>
                <a:gd name="T10" fmla="*/ 1 w 194"/>
                <a:gd name="T11" fmla="*/ 622 h 622"/>
                <a:gd name="T12" fmla="*/ 71 w 194"/>
                <a:gd name="T13" fmla="*/ 620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" h="622">
                  <a:moveTo>
                    <a:pt x="71" y="620"/>
                  </a:moveTo>
                  <a:cubicBezTo>
                    <a:pt x="74" y="246"/>
                    <a:pt x="74" y="246"/>
                    <a:pt x="74" y="246"/>
                  </a:cubicBezTo>
                  <a:cubicBezTo>
                    <a:pt x="169" y="217"/>
                    <a:pt x="188" y="221"/>
                    <a:pt x="194" y="194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76" y="96"/>
                    <a:pt x="0" y="191"/>
                    <a:pt x="0" y="234"/>
                  </a:cubicBezTo>
                  <a:cubicBezTo>
                    <a:pt x="1" y="622"/>
                    <a:pt x="1" y="622"/>
                    <a:pt x="1" y="622"/>
                  </a:cubicBezTo>
                  <a:cubicBezTo>
                    <a:pt x="21" y="582"/>
                    <a:pt x="59" y="583"/>
                    <a:pt x="71" y="6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56"/>
            <p:cNvSpPr>
              <a:spLocks/>
            </p:cNvSpPr>
            <p:nvPr/>
          </p:nvSpPr>
          <p:spPr bwMode="auto">
            <a:xfrm>
              <a:off x="6071357" y="2754325"/>
              <a:ext cx="91671" cy="60128"/>
            </a:xfrm>
            <a:custGeom>
              <a:avLst/>
              <a:gdLst>
                <a:gd name="T0" fmla="*/ 10 w 39"/>
                <a:gd name="T1" fmla="*/ 6 h 26"/>
                <a:gd name="T2" fmla="*/ 3 w 39"/>
                <a:gd name="T3" fmla="*/ 14 h 26"/>
                <a:gd name="T4" fmla="*/ 9 w 39"/>
                <a:gd name="T5" fmla="*/ 21 h 26"/>
                <a:gd name="T6" fmla="*/ 27 w 39"/>
                <a:gd name="T7" fmla="*/ 0 h 26"/>
                <a:gd name="T8" fmla="*/ 39 w 39"/>
                <a:gd name="T9" fmla="*/ 13 h 26"/>
                <a:gd name="T10" fmla="*/ 29 w 39"/>
                <a:gd name="T11" fmla="*/ 26 h 26"/>
                <a:gd name="T12" fmla="*/ 27 w 39"/>
                <a:gd name="T13" fmla="*/ 23 h 26"/>
                <a:gd name="T14" fmla="*/ 35 w 39"/>
                <a:gd name="T15" fmla="*/ 13 h 26"/>
                <a:gd name="T16" fmla="*/ 28 w 39"/>
                <a:gd name="T17" fmla="*/ 4 h 26"/>
                <a:gd name="T18" fmla="*/ 10 w 39"/>
                <a:gd name="T19" fmla="*/ 26 h 26"/>
                <a:gd name="T20" fmla="*/ 0 w 39"/>
                <a:gd name="T21" fmla="*/ 14 h 26"/>
                <a:gd name="T22" fmla="*/ 9 w 39"/>
                <a:gd name="T23" fmla="*/ 2 h 26"/>
                <a:gd name="T24" fmla="*/ 10 w 39"/>
                <a:gd name="T2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26">
                  <a:moveTo>
                    <a:pt x="10" y="6"/>
                  </a:moveTo>
                  <a:cubicBezTo>
                    <a:pt x="6" y="7"/>
                    <a:pt x="3" y="10"/>
                    <a:pt x="3" y="14"/>
                  </a:cubicBezTo>
                  <a:cubicBezTo>
                    <a:pt x="3" y="19"/>
                    <a:pt x="5" y="21"/>
                    <a:pt x="9" y="21"/>
                  </a:cubicBezTo>
                  <a:cubicBezTo>
                    <a:pt x="17" y="22"/>
                    <a:pt x="15" y="0"/>
                    <a:pt x="27" y="0"/>
                  </a:cubicBezTo>
                  <a:cubicBezTo>
                    <a:pt x="33" y="0"/>
                    <a:pt x="39" y="3"/>
                    <a:pt x="39" y="13"/>
                  </a:cubicBezTo>
                  <a:cubicBezTo>
                    <a:pt x="39" y="21"/>
                    <a:pt x="33" y="24"/>
                    <a:pt x="29" y="26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31" y="21"/>
                    <a:pt x="35" y="18"/>
                    <a:pt x="35" y="13"/>
                  </a:cubicBezTo>
                  <a:cubicBezTo>
                    <a:pt x="35" y="7"/>
                    <a:pt x="32" y="4"/>
                    <a:pt x="28" y="4"/>
                  </a:cubicBezTo>
                  <a:cubicBezTo>
                    <a:pt x="19" y="4"/>
                    <a:pt x="21" y="26"/>
                    <a:pt x="10" y="26"/>
                  </a:cubicBezTo>
                  <a:cubicBezTo>
                    <a:pt x="4" y="26"/>
                    <a:pt x="0" y="21"/>
                    <a:pt x="0" y="14"/>
                  </a:cubicBezTo>
                  <a:cubicBezTo>
                    <a:pt x="0" y="8"/>
                    <a:pt x="3" y="4"/>
                    <a:pt x="9" y="2"/>
                  </a:cubicBezTo>
                  <a:lnTo>
                    <a:pt x="10" y="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57"/>
            <p:cNvSpPr>
              <a:spLocks noEditPoints="1"/>
            </p:cNvSpPr>
            <p:nvPr/>
          </p:nvSpPr>
          <p:spPr bwMode="auto">
            <a:xfrm>
              <a:off x="6071357" y="2674482"/>
              <a:ext cx="88714" cy="69986"/>
            </a:xfrm>
            <a:custGeom>
              <a:avLst/>
              <a:gdLst>
                <a:gd name="T0" fmla="*/ 90 w 90"/>
                <a:gd name="T1" fmla="*/ 71 h 71"/>
                <a:gd name="T2" fmla="*/ 0 w 90"/>
                <a:gd name="T3" fmla="*/ 43 h 71"/>
                <a:gd name="T4" fmla="*/ 0 w 90"/>
                <a:gd name="T5" fmla="*/ 29 h 71"/>
                <a:gd name="T6" fmla="*/ 90 w 90"/>
                <a:gd name="T7" fmla="*/ 0 h 71"/>
                <a:gd name="T8" fmla="*/ 90 w 90"/>
                <a:gd name="T9" fmla="*/ 12 h 71"/>
                <a:gd name="T10" fmla="*/ 62 w 90"/>
                <a:gd name="T11" fmla="*/ 19 h 71"/>
                <a:gd name="T12" fmla="*/ 62 w 90"/>
                <a:gd name="T13" fmla="*/ 52 h 71"/>
                <a:gd name="T14" fmla="*/ 90 w 90"/>
                <a:gd name="T15" fmla="*/ 59 h 71"/>
                <a:gd name="T16" fmla="*/ 90 w 90"/>
                <a:gd name="T17" fmla="*/ 71 h 71"/>
                <a:gd name="T18" fmla="*/ 55 w 90"/>
                <a:gd name="T19" fmla="*/ 50 h 71"/>
                <a:gd name="T20" fmla="*/ 55 w 90"/>
                <a:gd name="T21" fmla="*/ 22 h 71"/>
                <a:gd name="T22" fmla="*/ 7 w 90"/>
                <a:gd name="T23" fmla="*/ 36 h 71"/>
                <a:gd name="T24" fmla="*/ 7 w 90"/>
                <a:gd name="T25" fmla="*/ 36 h 71"/>
                <a:gd name="T26" fmla="*/ 55 w 90"/>
                <a:gd name="T27" fmla="*/ 5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0" h="71">
                  <a:moveTo>
                    <a:pt x="90" y="71"/>
                  </a:moveTo>
                  <a:lnTo>
                    <a:pt x="0" y="43"/>
                  </a:lnTo>
                  <a:lnTo>
                    <a:pt x="0" y="29"/>
                  </a:lnTo>
                  <a:lnTo>
                    <a:pt x="90" y="0"/>
                  </a:lnTo>
                  <a:lnTo>
                    <a:pt x="90" y="12"/>
                  </a:lnTo>
                  <a:lnTo>
                    <a:pt x="62" y="19"/>
                  </a:lnTo>
                  <a:lnTo>
                    <a:pt x="62" y="52"/>
                  </a:lnTo>
                  <a:lnTo>
                    <a:pt x="90" y="59"/>
                  </a:lnTo>
                  <a:lnTo>
                    <a:pt x="90" y="71"/>
                  </a:lnTo>
                  <a:close/>
                  <a:moveTo>
                    <a:pt x="55" y="50"/>
                  </a:moveTo>
                  <a:lnTo>
                    <a:pt x="55" y="22"/>
                  </a:lnTo>
                  <a:lnTo>
                    <a:pt x="7" y="36"/>
                  </a:lnTo>
                  <a:lnTo>
                    <a:pt x="7" y="36"/>
                  </a:lnTo>
                  <a:lnTo>
                    <a:pt x="55" y="5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58"/>
            <p:cNvSpPr>
              <a:spLocks/>
            </p:cNvSpPr>
            <p:nvPr/>
          </p:nvSpPr>
          <p:spPr bwMode="auto">
            <a:xfrm>
              <a:off x="6071357" y="2583796"/>
              <a:ext cx="88714" cy="74914"/>
            </a:xfrm>
            <a:custGeom>
              <a:avLst/>
              <a:gdLst>
                <a:gd name="T0" fmla="*/ 90 w 90"/>
                <a:gd name="T1" fmla="*/ 10 h 76"/>
                <a:gd name="T2" fmla="*/ 10 w 90"/>
                <a:gd name="T3" fmla="*/ 10 h 76"/>
                <a:gd name="T4" fmla="*/ 10 w 90"/>
                <a:gd name="T5" fmla="*/ 10 h 76"/>
                <a:gd name="T6" fmla="*/ 90 w 90"/>
                <a:gd name="T7" fmla="*/ 36 h 76"/>
                <a:gd name="T8" fmla="*/ 90 w 90"/>
                <a:gd name="T9" fmla="*/ 43 h 76"/>
                <a:gd name="T10" fmla="*/ 10 w 90"/>
                <a:gd name="T11" fmla="*/ 69 h 76"/>
                <a:gd name="T12" fmla="*/ 10 w 90"/>
                <a:gd name="T13" fmla="*/ 69 h 76"/>
                <a:gd name="T14" fmla="*/ 90 w 90"/>
                <a:gd name="T15" fmla="*/ 69 h 76"/>
                <a:gd name="T16" fmla="*/ 90 w 90"/>
                <a:gd name="T17" fmla="*/ 76 h 76"/>
                <a:gd name="T18" fmla="*/ 0 w 90"/>
                <a:gd name="T19" fmla="*/ 76 h 76"/>
                <a:gd name="T20" fmla="*/ 0 w 90"/>
                <a:gd name="T21" fmla="*/ 62 h 76"/>
                <a:gd name="T22" fmla="*/ 74 w 90"/>
                <a:gd name="T23" fmla="*/ 38 h 76"/>
                <a:gd name="T24" fmla="*/ 74 w 90"/>
                <a:gd name="T25" fmla="*/ 38 h 76"/>
                <a:gd name="T26" fmla="*/ 0 w 90"/>
                <a:gd name="T27" fmla="*/ 17 h 76"/>
                <a:gd name="T28" fmla="*/ 0 w 90"/>
                <a:gd name="T29" fmla="*/ 0 h 76"/>
                <a:gd name="T30" fmla="*/ 90 w 90"/>
                <a:gd name="T31" fmla="*/ 0 h 76"/>
                <a:gd name="T32" fmla="*/ 90 w 90"/>
                <a:gd name="T33" fmla="*/ 1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76">
                  <a:moveTo>
                    <a:pt x="90" y="10"/>
                  </a:moveTo>
                  <a:lnTo>
                    <a:pt x="10" y="10"/>
                  </a:lnTo>
                  <a:lnTo>
                    <a:pt x="10" y="10"/>
                  </a:lnTo>
                  <a:lnTo>
                    <a:pt x="90" y="36"/>
                  </a:lnTo>
                  <a:lnTo>
                    <a:pt x="90" y="43"/>
                  </a:lnTo>
                  <a:lnTo>
                    <a:pt x="10" y="69"/>
                  </a:lnTo>
                  <a:lnTo>
                    <a:pt x="10" y="69"/>
                  </a:lnTo>
                  <a:lnTo>
                    <a:pt x="90" y="69"/>
                  </a:lnTo>
                  <a:lnTo>
                    <a:pt x="90" y="76"/>
                  </a:lnTo>
                  <a:lnTo>
                    <a:pt x="0" y="76"/>
                  </a:lnTo>
                  <a:lnTo>
                    <a:pt x="0" y="62"/>
                  </a:lnTo>
                  <a:lnTo>
                    <a:pt x="74" y="38"/>
                  </a:lnTo>
                  <a:lnTo>
                    <a:pt x="74" y="38"/>
                  </a:lnTo>
                  <a:lnTo>
                    <a:pt x="0" y="17"/>
                  </a:lnTo>
                  <a:lnTo>
                    <a:pt x="0" y="0"/>
                  </a:lnTo>
                  <a:lnTo>
                    <a:pt x="90" y="0"/>
                  </a:lnTo>
                  <a:lnTo>
                    <a:pt x="90" y="1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59"/>
            <p:cNvSpPr>
              <a:spLocks noEditPoints="1"/>
            </p:cNvSpPr>
            <p:nvPr/>
          </p:nvSpPr>
          <p:spPr bwMode="auto">
            <a:xfrm>
              <a:off x="6071357" y="2501982"/>
              <a:ext cx="88714" cy="56186"/>
            </a:xfrm>
            <a:custGeom>
              <a:avLst/>
              <a:gdLst>
                <a:gd name="T0" fmla="*/ 38 w 38"/>
                <a:gd name="T1" fmla="*/ 24 h 24"/>
                <a:gd name="T2" fmla="*/ 0 w 38"/>
                <a:gd name="T3" fmla="*/ 24 h 24"/>
                <a:gd name="T4" fmla="*/ 0 w 38"/>
                <a:gd name="T5" fmla="*/ 11 h 24"/>
                <a:gd name="T6" fmla="*/ 11 w 38"/>
                <a:gd name="T7" fmla="*/ 0 h 24"/>
                <a:gd name="T8" fmla="*/ 21 w 38"/>
                <a:gd name="T9" fmla="*/ 13 h 24"/>
                <a:gd name="T10" fmla="*/ 21 w 38"/>
                <a:gd name="T11" fmla="*/ 20 h 24"/>
                <a:gd name="T12" fmla="*/ 38 w 38"/>
                <a:gd name="T13" fmla="*/ 20 h 24"/>
                <a:gd name="T14" fmla="*/ 38 w 38"/>
                <a:gd name="T15" fmla="*/ 24 h 24"/>
                <a:gd name="T16" fmla="*/ 18 w 38"/>
                <a:gd name="T17" fmla="*/ 20 h 24"/>
                <a:gd name="T18" fmla="*/ 18 w 38"/>
                <a:gd name="T19" fmla="*/ 13 h 24"/>
                <a:gd name="T20" fmla="*/ 11 w 38"/>
                <a:gd name="T21" fmla="*/ 4 h 24"/>
                <a:gd name="T22" fmla="*/ 4 w 38"/>
                <a:gd name="T23" fmla="*/ 12 h 24"/>
                <a:gd name="T24" fmla="*/ 4 w 38"/>
                <a:gd name="T25" fmla="*/ 20 h 24"/>
                <a:gd name="T26" fmla="*/ 18 w 38"/>
                <a:gd name="T27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" h="24">
                  <a:moveTo>
                    <a:pt x="38" y="24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5" y="0"/>
                    <a:pt x="11" y="0"/>
                  </a:cubicBezTo>
                  <a:cubicBezTo>
                    <a:pt x="17" y="0"/>
                    <a:pt x="21" y="4"/>
                    <a:pt x="21" y="13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38" y="20"/>
                    <a:pt x="38" y="20"/>
                    <a:pt x="38" y="20"/>
                  </a:cubicBezTo>
                  <a:lnTo>
                    <a:pt x="38" y="24"/>
                  </a:lnTo>
                  <a:close/>
                  <a:moveTo>
                    <a:pt x="18" y="20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6"/>
                    <a:pt x="15" y="4"/>
                    <a:pt x="11" y="4"/>
                  </a:cubicBezTo>
                  <a:cubicBezTo>
                    <a:pt x="6" y="4"/>
                    <a:pt x="4" y="6"/>
                    <a:pt x="4" y="12"/>
                  </a:cubicBezTo>
                  <a:cubicBezTo>
                    <a:pt x="4" y="20"/>
                    <a:pt x="4" y="20"/>
                    <a:pt x="4" y="20"/>
                  </a:cubicBezTo>
                  <a:lnTo>
                    <a:pt x="18" y="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auto">
            <a:xfrm>
              <a:off x="6071357" y="2431997"/>
              <a:ext cx="88714" cy="51257"/>
            </a:xfrm>
            <a:custGeom>
              <a:avLst/>
              <a:gdLst>
                <a:gd name="T0" fmla="*/ 90 w 90"/>
                <a:gd name="T1" fmla="*/ 52 h 52"/>
                <a:gd name="T2" fmla="*/ 0 w 90"/>
                <a:gd name="T3" fmla="*/ 52 h 52"/>
                <a:gd name="T4" fmla="*/ 0 w 90"/>
                <a:gd name="T5" fmla="*/ 43 h 52"/>
                <a:gd name="T6" fmla="*/ 81 w 90"/>
                <a:gd name="T7" fmla="*/ 43 h 52"/>
                <a:gd name="T8" fmla="*/ 81 w 90"/>
                <a:gd name="T9" fmla="*/ 0 h 52"/>
                <a:gd name="T10" fmla="*/ 90 w 90"/>
                <a:gd name="T11" fmla="*/ 0 h 52"/>
                <a:gd name="T12" fmla="*/ 90 w 90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52">
                  <a:moveTo>
                    <a:pt x="90" y="52"/>
                  </a:moveTo>
                  <a:lnTo>
                    <a:pt x="0" y="52"/>
                  </a:lnTo>
                  <a:lnTo>
                    <a:pt x="0" y="43"/>
                  </a:lnTo>
                  <a:lnTo>
                    <a:pt x="81" y="43"/>
                  </a:lnTo>
                  <a:lnTo>
                    <a:pt x="81" y="0"/>
                  </a:lnTo>
                  <a:lnTo>
                    <a:pt x="90" y="0"/>
                  </a:lnTo>
                  <a:lnTo>
                    <a:pt x="9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auto">
            <a:xfrm>
              <a:off x="6071357" y="2360040"/>
              <a:ext cx="88714" cy="56186"/>
            </a:xfrm>
            <a:custGeom>
              <a:avLst/>
              <a:gdLst>
                <a:gd name="T0" fmla="*/ 0 w 90"/>
                <a:gd name="T1" fmla="*/ 2 h 57"/>
                <a:gd name="T2" fmla="*/ 10 w 90"/>
                <a:gd name="T3" fmla="*/ 2 h 57"/>
                <a:gd name="T4" fmla="*/ 10 w 90"/>
                <a:gd name="T5" fmla="*/ 47 h 57"/>
                <a:gd name="T6" fmla="*/ 41 w 90"/>
                <a:gd name="T7" fmla="*/ 47 h 57"/>
                <a:gd name="T8" fmla="*/ 41 w 90"/>
                <a:gd name="T9" fmla="*/ 17 h 57"/>
                <a:gd name="T10" fmla="*/ 48 w 90"/>
                <a:gd name="T11" fmla="*/ 17 h 57"/>
                <a:gd name="T12" fmla="*/ 48 w 90"/>
                <a:gd name="T13" fmla="*/ 47 h 57"/>
                <a:gd name="T14" fmla="*/ 81 w 90"/>
                <a:gd name="T15" fmla="*/ 47 h 57"/>
                <a:gd name="T16" fmla="*/ 81 w 90"/>
                <a:gd name="T17" fmla="*/ 0 h 57"/>
                <a:gd name="T18" fmla="*/ 90 w 90"/>
                <a:gd name="T19" fmla="*/ 0 h 57"/>
                <a:gd name="T20" fmla="*/ 90 w 90"/>
                <a:gd name="T21" fmla="*/ 57 h 57"/>
                <a:gd name="T22" fmla="*/ 0 w 90"/>
                <a:gd name="T23" fmla="*/ 57 h 57"/>
                <a:gd name="T24" fmla="*/ 0 w 90"/>
                <a:gd name="T25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57">
                  <a:moveTo>
                    <a:pt x="0" y="2"/>
                  </a:moveTo>
                  <a:lnTo>
                    <a:pt x="10" y="2"/>
                  </a:lnTo>
                  <a:lnTo>
                    <a:pt x="10" y="47"/>
                  </a:lnTo>
                  <a:lnTo>
                    <a:pt x="41" y="47"/>
                  </a:lnTo>
                  <a:lnTo>
                    <a:pt x="41" y="17"/>
                  </a:lnTo>
                  <a:lnTo>
                    <a:pt x="48" y="17"/>
                  </a:lnTo>
                  <a:lnTo>
                    <a:pt x="48" y="47"/>
                  </a:lnTo>
                  <a:lnTo>
                    <a:pt x="81" y="47"/>
                  </a:lnTo>
                  <a:lnTo>
                    <a:pt x="81" y="0"/>
                  </a:lnTo>
                  <a:lnTo>
                    <a:pt x="90" y="0"/>
                  </a:lnTo>
                  <a:lnTo>
                    <a:pt x="90" y="57"/>
                  </a:lnTo>
                  <a:lnTo>
                    <a:pt x="0" y="57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auto">
            <a:xfrm>
              <a:off x="6071357" y="2252597"/>
              <a:ext cx="88714" cy="61114"/>
            </a:xfrm>
            <a:custGeom>
              <a:avLst/>
              <a:gdLst>
                <a:gd name="T0" fmla="*/ 10 w 90"/>
                <a:gd name="T1" fmla="*/ 26 h 62"/>
                <a:gd name="T2" fmla="*/ 90 w 90"/>
                <a:gd name="T3" fmla="*/ 26 h 62"/>
                <a:gd name="T4" fmla="*/ 90 w 90"/>
                <a:gd name="T5" fmla="*/ 36 h 62"/>
                <a:gd name="T6" fmla="*/ 10 w 90"/>
                <a:gd name="T7" fmla="*/ 36 h 62"/>
                <a:gd name="T8" fmla="*/ 10 w 90"/>
                <a:gd name="T9" fmla="*/ 62 h 62"/>
                <a:gd name="T10" fmla="*/ 0 w 90"/>
                <a:gd name="T11" fmla="*/ 62 h 62"/>
                <a:gd name="T12" fmla="*/ 0 w 90"/>
                <a:gd name="T13" fmla="*/ 0 h 62"/>
                <a:gd name="T14" fmla="*/ 10 w 90"/>
                <a:gd name="T15" fmla="*/ 0 h 62"/>
                <a:gd name="T16" fmla="*/ 10 w 90"/>
                <a:gd name="T17" fmla="*/ 2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62">
                  <a:moveTo>
                    <a:pt x="10" y="26"/>
                  </a:moveTo>
                  <a:lnTo>
                    <a:pt x="90" y="26"/>
                  </a:lnTo>
                  <a:lnTo>
                    <a:pt x="90" y="36"/>
                  </a:lnTo>
                  <a:lnTo>
                    <a:pt x="10" y="36"/>
                  </a:lnTo>
                  <a:lnTo>
                    <a:pt x="10" y="62"/>
                  </a:lnTo>
                  <a:lnTo>
                    <a:pt x="0" y="62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2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auto">
            <a:xfrm>
              <a:off x="6071357" y="2180640"/>
              <a:ext cx="88714" cy="56186"/>
            </a:xfrm>
            <a:custGeom>
              <a:avLst/>
              <a:gdLst>
                <a:gd name="T0" fmla="*/ 0 w 90"/>
                <a:gd name="T1" fmla="*/ 2 h 57"/>
                <a:gd name="T2" fmla="*/ 10 w 90"/>
                <a:gd name="T3" fmla="*/ 2 h 57"/>
                <a:gd name="T4" fmla="*/ 10 w 90"/>
                <a:gd name="T5" fmla="*/ 47 h 57"/>
                <a:gd name="T6" fmla="*/ 41 w 90"/>
                <a:gd name="T7" fmla="*/ 47 h 57"/>
                <a:gd name="T8" fmla="*/ 41 w 90"/>
                <a:gd name="T9" fmla="*/ 17 h 57"/>
                <a:gd name="T10" fmla="*/ 48 w 90"/>
                <a:gd name="T11" fmla="*/ 17 h 57"/>
                <a:gd name="T12" fmla="*/ 48 w 90"/>
                <a:gd name="T13" fmla="*/ 47 h 57"/>
                <a:gd name="T14" fmla="*/ 81 w 90"/>
                <a:gd name="T15" fmla="*/ 47 h 57"/>
                <a:gd name="T16" fmla="*/ 81 w 90"/>
                <a:gd name="T17" fmla="*/ 0 h 57"/>
                <a:gd name="T18" fmla="*/ 90 w 90"/>
                <a:gd name="T19" fmla="*/ 0 h 57"/>
                <a:gd name="T20" fmla="*/ 90 w 90"/>
                <a:gd name="T21" fmla="*/ 57 h 57"/>
                <a:gd name="T22" fmla="*/ 0 w 90"/>
                <a:gd name="T23" fmla="*/ 57 h 57"/>
                <a:gd name="T24" fmla="*/ 0 w 90"/>
                <a:gd name="T25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57">
                  <a:moveTo>
                    <a:pt x="0" y="2"/>
                  </a:moveTo>
                  <a:lnTo>
                    <a:pt x="10" y="2"/>
                  </a:lnTo>
                  <a:lnTo>
                    <a:pt x="10" y="47"/>
                  </a:lnTo>
                  <a:lnTo>
                    <a:pt x="41" y="47"/>
                  </a:lnTo>
                  <a:lnTo>
                    <a:pt x="41" y="17"/>
                  </a:lnTo>
                  <a:lnTo>
                    <a:pt x="48" y="17"/>
                  </a:lnTo>
                  <a:lnTo>
                    <a:pt x="48" y="47"/>
                  </a:lnTo>
                  <a:lnTo>
                    <a:pt x="81" y="47"/>
                  </a:lnTo>
                  <a:lnTo>
                    <a:pt x="81" y="0"/>
                  </a:lnTo>
                  <a:lnTo>
                    <a:pt x="90" y="0"/>
                  </a:lnTo>
                  <a:lnTo>
                    <a:pt x="90" y="57"/>
                  </a:lnTo>
                  <a:lnTo>
                    <a:pt x="0" y="57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auto">
            <a:xfrm>
              <a:off x="6071357" y="2108683"/>
              <a:ext cx="88714" cy="65057"/>
            </a:xfrm>
            <a:custGeom>
              <a:avLst/>
              <a:gdLst>
                <a:gd name="T0" fmla="*/ 90 w 90"/>
                <a:gd name="T1" fmla="*/ 54 h 66"/>
                <a:gd name="T2" fmla="*/ 90 w 90"/>
                <a:gd name="T3" fmla="*/ 66 h 66"/>
                <a:gd name="T4" fmla="*/ 43 w 90"/>
                <a:gd name="T5" fmla="*/ 40 h 66"/>
                <a:gd name="T6" fmla="*/ 0 w 90"/>
                <a:gd name="T7" fmla="*/ 64 h 66"/>
                <a:gd name="T8" fmla="*/ 0 w 90"/>
                <a:gd name="T9" fmla="*/ 52 h 66"/>
                <a:gd name="T10" fmla="*/ 33 w 90"/>
                <a:gd name="T11" fmla="*/ 33 h 66"/>
                <a:gd name="T12" fmla="*/ 0 w 90"/>
                <a:gd name="T13" fmla="*/ 14 h 66"/>
                <a:gd name="T14" fmla="*/ 0 w 90"/>
                <a:gd name="T15" fmla="*/ 4 h 66"/>
                <a:gd name="T16" fmla="*/ 43 w 90"/>
                <a:gd name="T17" fmla="*/ 28 h 66"/>
                <a:gd name="T18" fmla="*/ 90 w 90"/>
                <a:gd name="T19" fmla="*/ 0 h 66"/>
                <a:gd name="T20" fmla="*/ 90 w 90"/>
                <a:gd name="T21" fmla="*/ 11 h 66"/>
                <a:gd name="T22" fmla="*/ 52 w 90"/>
                <a:gd name="T23" fmla="*/ 33 h 66"/>
                <a:gd name="T24" fmla="*/ 90 w 90"/>
                <a:gd name="T25" fmla="*/ 5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66">
                  <a:moveTo>
                    <a:pt x="90" y="54"/>
                  </a:moveTo>
                  <a:lnTo>
                    <a:pt x="90" y="66"/>
                  </a:lnTo>
                  <a:lnTo>
                    <a:pt x="43" y="40"/>
                  </a:lnTo>
                  <a:lnTo>
                    <a:pt x="0" y="64"/>
                  </a:lnTo>
                  <a:lnTo>
                    <a:pt x="0" y="52"/>
                  </a:lnTo>
                  <a:lnTo>
                    <a:pt x="33" y="33"/>
                  </a:lnTo>
                  <a:lnTo>
                    <a:pt x="0" y="14"/>
                  </a:lnTo>
                  <a:lnTo>
                    <a:pt x="0" y="4"/>
                  </a:lnTo>
                  <a:lnTo>
                    <a:pt x="43" y="28"/>
                  </a:lnTo>
                  <a:lnTo>
                    <a:pt x="90" y="0"/>
                  </a:lnTo>
                  <a:lnTo>
                    <a:pt x="90" y="11"/>
                  </a:lnTo>
                  <a:lnTo>
                    <a:pt x="52" y="33"/>
                  </a:lnTo>
                  <a:lnTo>
                    <a:pt x="9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auto">
            <a:xfrm>
              <a:off x="6071357" y="2042640"/>
              <a:ext cx="88714" cy="61114"/>
            </a:xfrm>
            <a:custGeom>
              <a:avLst/>
              <a:gdLst>
                <a:gd name="T0" fmla="*/ 10 w 90"/>
                <a:gd name="T1" fmla="*/ 26 h 62"/>
                <a:gd name="T2" fmla="*/ 90 w 90"/>
                <a:gd name="T3" fmla="*/ 26 h 62"/>
                <a:gd name="T4" fmla="*/ 90 w 90"/>
                <a:gd name="T5" fmla="*/ 36 h 62"/>
                <a:gd name="T6" fmla="*/ 10 w 90"/>
                <a:gd name="T7" fmla="*/ 36 h 62"/>
                <a:gd name="T8" fmla="*/ 10 w 90"/>
                <a:gd name="T9" fmla="*/ 62 h 62"/>
                <a:gd name="T10" fmla="*/ 0 w 90"/>
                <a:gd name="T11" fmla="*/ 62 h 62"/>
                <a:gd name="T12" fmla="*/ 0 w 90"/>
                <a:gd name="T13" fmla="*/ 0 h 62"/>
                <a:gd name="T14" fmla="*/ 10 w 90"/>
                <a:gd name="T15" fmla="*/ 0 h 62"/>
                <a:gd name="T16" fmla="*/ 10 w 90"/>
                <a:gd name="T17" fmla="*/ 2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62">
                  <a:moveTo>
                    <a:pt x="10" y="26"/>
                  </a:moveTo>
                  <a:lnTo>
                    <a:pt x="90" y="26"/>
                  </a:lnTo>
                  <a:lnTo>
                    <a:pt x="90" y="36"/>
                  </a:lnTo>
                  <a:lnTo>
                    <a:pt x="10" y="36"/>
                  </a:lnTo>
                  <a:lnTo>
                    <a:pt x="10" y="62"/>
                  </a:lnTo>
                  <a:lnTo>
                    <a:pt x="0" y="62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2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78"/>
            <p:cNvSpPr>
              <a:spLocks/>
            </p:cNvSpPr>
            <p:nvPr/>
          </p:nvSpPr>
          <p:spPr bwMode="auto">
            <a:xfrm>
              <a:off x="5188158" y="3751866"/>
              <a:ext cx="196157" cy="428785"/>
            </a:xfrm>
            <a:custGeom>
              <a:avLst/>
              <a:gdLst>
                <a:gd name="T0" fmla="*/ 4 w 84"/>
                <a:gd name="T1" fmla="*/ 184 h 184"/>
                <a:gd name="T2" fmla="*/ 4 w 84"/>
                <a:gd name="T3" fmla="*/ 168 h 184"/>
                <a:gd name="T4" fmla="*/ 35 w 84"/>
                <a:gd name="T5" fmla="*/ 168 h 184"/>
                <a:gd name="T6" fmla="*/ 35 w 84"/>
                <a:gd name="T7" fmla="*/ 21 h 184"/>
                <a:gd name="T8" fmla="*/ 0 w 84"/>
                <a:gd name="T9" fmla="*/ 25 h 184"/>
                <a:gd name="T10" fmla="*/ 0 w 84"/>
                <a:gd name="T11" fmla="*/ 13 h 184"/>
                <a:gd name="T12" fmla="*/ 35 w 84"/>
                <a:gd name="T13" fmla="*/ 0 h 184"/>
                <a:gd name="T14" fmla="*/ 53 w 84"/>
                <a:gd name="T15" fmla="*/ 0 h 184"/>
                <a:gd name="T16" fmla="*/ 53 w 84"/>
                <a:gd name="T17" fmla="*/ 168 h 184"/>
                <a:gd name="T18" fmla="*/ 84 w 84"/>
                <a:gd name="T19" fmla="*/ 168 h 184"/>
                <a:gd name="T20" fmla="*/ 84 w 84"/>
                <a:gd name="T21" fmla="*/ 184 h 184"/>
                <a:gd name="T22" fmla="*/ 4 w 84"/>
                <a:gd name="T2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4" h="184">
                  <a:moveTo>
                    <a:pt x="4" y="184"/>
                  </a:moveTo>
                  <a:cubicBezTo>
                    <a:pt x="4" y="168"/>
                    <a:pt x="4" y="168"/>
                    <a:pt x="4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3" y="9"/>
                    <a:pt x="27" y="5"/>
                    <a:pt x="35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68"/>
                    <a:pt x="53" y="168"/>
                    <a:pt x="53" y="168"/>
                  </a:cubicBezTo>
                  <a:cubicBezTo>
                    <a:pt x="84" y="168"/>
                    <a:pt x="84" y="168"/>
                    <a:pt x="84" y="168"/>
                  </a:cubicBezTo>
                  <a:cubicBezTo>
                    <a:pt x="84" y="184"/>
                    <a:pt x="84" y="184"/>
                    <a:pt x="84" y="184"/>
                  </a:cubicBezTo>
                  <a:lnTo>
                    <a:pt x="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79"/>
            <p:cNvSpPr>
              <a:spLocks/>
            </p:cNvSpPr>
            <p:nvPr/>
          </p:nvSpPr>
          <p:spPr bwMode="auto">
            <a:xfrm>
              <a:off x="6878655" y="2903167"/>
              <a:ext cx="273042" cy="426814"/>
            </a:xfrm>
            <a:custGeom>
              <a:avLst/>
              <a:gdLst>
                <a:gd name="T0" fmla="*/ 117 w 117"/>
                <a:gd name="T1" fmla="*/ 183 h 183"/>
                <a:gd name="T2" fmla="*/ 0 w 117"/>
                <a:gd name="T3" fmla="*/ 183 h 183"/>
                <a:gd name="T4" fmla="*/ 0 w 117"/>
                <a:gd name="T5" fmla="*/ 164 h 183"/>
                <a:gd name="T6" fmla="*/ 98 w 117"/>
                <a:gd name="T7" fmla="*/ 48 h 183"/>
                <a:gd name="T8" fmla="*/ 62 w 117"/>
                <a:gd name="T9" fmla="*/ 15 h 183"/>
                <a:gd name="T10" fmla="*/ 19 w 117"/>
                <a:gd name="T11" fmla="*/ 54 h 183"/>
                <a:gd name="T12" fmla="*/ 1 w 117"/>
                <a:gd name="T13" fmla="*/ 50 h 183"/>
                <a:gd name="T14" fmla="*/ 62 w 117"/>
                <a:gd name="T15" fmla="*/ 0 h 183"/>
                <a:gd name="T16" fmla="*/ 117 w 117"/>
                <a:gd name="T17" fmla="*/ 48 h 183"/>
                <a:gd name="T18" fmla="*/ 19 w 117"/>
                <a:gd name="T19" fmla="*/ 167 h 183"/>
                <a:gd name="T20" fmla="*/ 117 w 117"/>
                <a:gd name="T21" fmla="*/ 167 h 183"/>
                <a:gd name="T22" fmla="*/ 117 w 117"/>
                <a:gd name="T23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7" h="183">
                  <a:moveTo>
                    <a:pt x="117" y="183"/>
                  </a:moveTo>
                  <a:cubicBezTo>
                    <a:pt x="0" y="183"/>
                    <a:pt x="0" y="183"/>
                    <a:pt x="0" y="183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31" y="100"/>
                    <a:pt x="98" y="97"/>
                    <a:pt x="98" y="48"/>
                  </a:cubicBezTo>
                  <a:cubicBezTo>
                    <a:pt x="98" y="27"/>
                    <a:pt x="85" y="15"/>
                    <a:pt x="62" y="15"/>
                  </a:cubicBezTo>
                  <a:cubicBezTo>
                    <a:pt x="36" y="15"/>
                    <a:pt x="22" y="36"/>
                    <a:pt x="19" y="54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7" y="25"/>
                    <a:pt x="22" y="0"/>
                    <a:pt x="62" y="0"/>
                  </a:cubicBezTo>
                  <a:cubicBezTo>
                    <a:pt x="92" y="0"/>
                    <a:pt x="117" y="17"/>
                    <a:pt x="117" y="48"/>
                  </a:cubicBezTo>
                  <a:cubicBezTo>
                    <a:pt x="117" y="103"/>
                    <a:pt x="38" y="118"/>
                    <a:pt x="19" y="167"/>
                  </a:cubicBezTo>
                  <a:cubicBezTo>
                    <a:pt x="117" y="167"/>
                    <a:pt x="117" y="167"/>
                    <a:pt x="117" y="167"/>
                  </a:cubicBezTo>
                  <a:lnTo>
                    <a:pt x="117" y="18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80"/>
            <p:cNvSpPr>
              <a:spLocks/>
            </p:cNvSpPr>
            <p:nvPr/>
          </p:nvSpPr>
          <p:spPr bwMode="auto">
            <a:xfrm>
              <a:off x="5029459" y="1938155"/>
              <a:ext cx="291771" cy="433714"/>
            </a:xfrm>
            <a:custGeom>
              <a:avLst/>
              <a:gdLst>
                <a:gd name="T0" fmla="*/ 14 w 125"/>
                <a:gd name="T1" fmla="*/ 140 h 186"/>
                <a:gd name="T2" fmla="*/ 64 w 125"/>
                <a:gd name="T3" fmla="*/ 170 h 186"/>
                <a:gd name="T4" fmla="*/ 106 w 125"/>
                <a:gd name="T5" fmla="*/ 135 h 186"/>
                <a:gd name="T6" fmla="*/ 55 w 125"/>
                <a:gd name="T7" fmla="*/ 94 h 186"/>
                <a:gd name="T8" fmla="*/ 38 w 125"/>
                <a:gd name="T9" fmla="*/ 94 h 186"/>
                <a:gd name="T10" fmla="*/ 38 w 125"/>
                <a:gd name="T11" fmla="*/ 79 h 186"/>
                <a:gd name="T12" fmla="*/ 48 w 125"/>
                <a:gd name="T13" fmla="*/ 79 h 186"/>
                <a:gd name="T14" fmla="*/ 100 w 125"/>
                <a:gd name="T15" fmla="*/ 45 h 186"/>
                <a:gd name="T16" fmla="*/ 67 w 125"/>
                <a:gd name="T17" fmla="*/ 15 h 186"/>
                <a:gd name="T18" fmla="*/ 23 w 125"/>
                <a:gd name="T19" fmla="*/ 40 h 186"/>
                <a:gd name="T20" fmla="*/ 9 w 125"/>
                <a:gd name="T21" fmla="*/ 30 h 186"/>
                <a:gd name="T22" fmla="*/ 67 w 125"/>
                <a:gd name="T23" fmla="*/ 0 h 186"/>
                <a:gd name="T24" fmla="*/ 119 w 125"/>
                <a:gd name="T25" fmla="*/ 45 h 186"/>
                <a:gd name="T26" fmla="*/ 91 w 125"/>
                <a:gd name="T27" fmla="*/ 85 h 186"/>
                <a:gd name="T28" fmla="*/ 125 w 125"/>
                <a:gd name="T29" fmla="*/ 133 h 186"/>
                <a:gd name="T30" fmla="*/ 64 w 125"/>
                <a:gd name="T31" fmla="*/ 186 h 186"/>
                <a:gd name="T32" fmla="*/ 0 w 125"/>
                <a:gd name="T33" fmla="*/ 150 h 186"/>
                <a:gd name="T34" fmla="*/ 14 w 125"/>
                <a:gd name="T35" fmla="*/ 14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5" h="186">
                  <a:moveTo>
                    <a:pt x="14" y="140"/>
                  </a:moveTo>
                  <a:cubicBezTo>
                    <a:pt x="28" y="159"/>
                    <a:pt x="45" y="170"/>
                    <a:pt x="64" y="170"/>
                  </a:cubicBezTo>
                  <a:cubicBezTo>
                    <a:pt x="90" y="170"/>
                    <a:pt x="106" y="157"/>
                    <a:pt x="106" y="135"/>
                  </a:cubicBezTo>
                  <a:cubicBezTo>
                    <a:pt x="106" y="110"/>
                    <a:pt x="91" y="94"/>
                    <a:pt x="55" y="94"/>
                  </a:cubicBezTo>
                  <a:cubicBezTo>
                    <a:pt x="38" y="94"/>
                    <a:pt x="38" y="94"/>
                    <a:pt x="38" y="94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84" y="79"/>
                    <a:pt x="100" y="67"/>
                    <a:pt x="100" y="45"/>
                  </a:cubicBezTo>
                  <a:cubicBezTo>
                    <a:pt x="100" y="27"/>
                    <a:pt x="84" y="15"/>
                    <a:pt x="67" y="15"/>
                  </a:cubicBezTo>
                  <a:cubicBezTo>
                    <a:pt x="45" y="15"/>
                    <a:pt x="35" y="25"/>
                    <a:pt x="23" y="4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21" y="13"/>
                    <a:pt x="38" y="0"/>
                    <a:pt x="67" y="0"/>
                  </a:cubicBezTo>
                  <a:cubicBezTo>
                    <a:pt x="99" y="0"/>
                    <a:pt x="119" y="16"/>
                    <a:pt x="119" y="45"/>
                  </a:cubicBezTo>
                  <a:cubicBezTo>
                    <a:pt x="119" y="67"/>
                    <a:pt x="105" y="79"/>
                    <a:pt x="91" y="85"/>
                  </a:cubicBezTo>
                  <a:cubicBezTo>
                    <a:pt x="119" y="96"/>
                    <a:pt x="125" y="116"/>
                    <a:pt x="125" y="133"/>
                  </a:cubicBezTo>
                  <a:cubicBezTo>
                    <a:pt x="125" y="164"/>
                    <a:pt x="102" y="186"/>
                    <a:pt x="64" y="186"/>
                  </a:cubicBezTo>
                  <a:cubicBezTo>
                    <a:pt x="29" y="186"/>
                    <a:pt x="8" y="164"/>
                    <a:pt x="0" y="150"/>
                  </a:cubicBezTo>
                  <a:lnTo>
                    <a:pt x="14" y="1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321" y="1078416"/>
            <a:ext cx="3214508" cy="5656567"/>
          </a:xfrm>
          <a:prstGeom prst="rect">
            <a:avLst/>
          </a:prstGeom>
        </p:spPr>
      </p:pic>
      <p:sp>
        <p:nvSpPr>
          <p:cNvPr id="58" name="文本框 4"/>
          <p:cNvSpPr txBox="1">
            <a:spLocks noChangeArrowheads="1"/>
          </p:cNvSpPr>
          <p:nvPr/>
        </p:nvSpPr>
        <p:spPr bwMode="auto">
          <a:xfrm>
            <a:off x="1151236" y="1522668"/>
            <a:ext cx="249299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口测</a:t>
            </a:r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4"/>
          <p:cNvSpPr txBox="1">
            <a:spLocks noChangeArrowheads="1"/>
          </p:cNvSpPr>
          <p:nvPr/>
        </p:nvSpPr>
        <p:spPr bwMode="auto">
          <a:xfrm>
            <a:off x="1634833" y="3040443"/>
            <a:ext cx="181492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词汇朗读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自然拼读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日常对话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4"/>
          <p:cNvSpPr txBox="1">
            <a:spLocks noChangeArrowheads="1"/>
          </p:cNvSpPr>
          <p:nvPr/>
        </p:nvSpPr>
        <p:spPr bwMode="auto">
          <a:xfrm>
            <a:off x="1666719" y="2509128"/>
            <a:ext cx="32505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 1-2</a:t>
            </a:r>
            <a:r>
              <a:rPr lang="zh-CN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口测题型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4"/>
          <p:cNvSpPr txBox="1">
            <a:spLocks noChangeArrowheads="1"/>
          </p:cNvSpPr>
          <p:nvPr/>
        </p:nvSpPr>
        <p:spPr bwMode="auto">
          <a:xfrm>
            <a:off x="1602947" y="5049247"/>
            <a:ext cx="181492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词汇朗读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整句朗读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对话问答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4"/>
          <p:cNvSpPr txBox="1">
            <a:spLocks noChangeArrowheads="1"/>
          </p:cNvSpPr>
          <p:nvPr/>
        </p:nvSpPr>
        <p:spPr bwMode="auto">
          <a:xfrm>
            <a:off x="1634833" y="4517932"/>
            <a:ext cx="32505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 3-6</a:t>
            </a:r>
            <a:r>
              <a:rPr lang="zh-CN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口测题型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392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18" y="1990033"/>
            <a:ext cx="9213680" cy="229012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92818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怎么做一场口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测？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开始口测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58" name="文本框 4"/>
          <p:cNvSpPr txBox="1">
            <a:spLocks noChangeArrowheads="1"/>
          </p:cNvSpPr>
          <p:nvPr/>
        </p:nvSpPr>
        <p:spPr bwMode="auto">
          <a:xfrm>
            <a:off x="1480329" y="1343703"/>
            <a:ext cx="718337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r>
              <a:rPr lang="en-US" altLang="zh-CN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老师引导学员朗读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4"/>
          <p:cNvSpPr txBox="1">
            <a:spLocks noChangeArrowheads="1"/>
          </p:cNvSpPr>
          <p:nvPr/>
        </p:nvSpPr>
        <p:spPr bwMode="auto">
          <a:xfrm>
            <a:off x="1478240" y="4832330"/>
            <a:ext cx="1054801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Hello, Timmy! How are you today?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（你好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Timmy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！你今天过得怎么样？）</a:t>
            </a:r>
            <a:endParaRPr lang="en-US" altLang="zh-CN" sz="24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Are you happy today?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（你今天开心吗？）</a:t>
            </a:r>
            <a:endParaRPr lang="en-US" altLang="zh-CN" sz="24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Shall we begin our test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？（我们可以开始口测了吗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Are you ready?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（你准备好了吗？）</a:t>
            </a:r>
            <a:endParaRPr lang="en-US" altLang="zh-CN" sz="24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 you read these words?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（你可以读一下这些单词吗？）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4"/>
          <p:cNvSpPr txBox="1">
            <a:spLocks noChangeArrowheads="1"/>
          </p:cNvSpPr>
          <p:nvPr/>
        </p:nvSpPr>
        <p:spPr bwMode="auto">
          <a:xfrm>
            <a:off x="1519518" y="4345709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参考话术：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64" y="1675594"/>
            <a:ext cx="4029075" cy="4029075"/>
          </a:xfrm>
          <a:prstGeom prst="rect">
            <a:avLst/>
          </a:prstGeom>
        </p:spPr>
      </p:pic>
      <p:sp>
        <p:nvSpPr>
          <p:cNvPr id="66" name="TextBox 18"/>
          <p:cNvSpPr txBox="1"/>
          <p:nvPr/>
        </p:nvSpPr>
        <p:spPr>
          <a:xfrm>
            <a:off x="2618125" y="3136133"/>
            <a:ext cx="6955750" cy="110799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及时给学员夸奖！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14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92818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怎么做一场口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测？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开始口测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58" name="文本框 4"/>
          <p:cNvSpPr txBox="1">
            <a:spLocks noChangeArrowheads="1"/>
          </p:cNvSpPr>
          <p:nvPr/>
        </p:nvSpPr>
        <p:spPr bwMode="auto">
          <a:xfrm>
            <a:off x="1480329" y="1229399"/>
            <a:ext cx="718337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老师引导学员</a:t>
            </a:r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朗读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4"/>
          <p:cNvSpPr txBox="1">
            <a:spLocks noChangeArrowheads="1"/>
          </p:cNvSpPr>
          <p:nvPr/>
        </p:nvSpPr>
        <p:spPr bwMode="auto">
          <a:xfrm>
            <a:off x="1519518" y="5158801"/>
            <a:ext cx="109526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Timmy,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 did a very good job!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Timmy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，你真棒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 on!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（继续！）</a:t>
            </a:r>
            <a:endParaRPr lang="en-US" altLang="zh-CN" sz="24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 you read the words and sentences?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（你能读接下来的单词和句子吗？）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4"/>
          <p:cNvSpPr txBox="1">
            <a:spLocks noChangeArrowheads="1"/>
          </p:cNvSpPr>
          <p:nvPr/>
        </p:nvSpPr>
        <p:spPr bwMode="auto">
          <a:xfrm>
            <a:off x="1519518" y="4609158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参考话术：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518" y="1902153"/>
            <a:ext cx="8538882" cy="274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9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92818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怎么做一场口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测？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开始口测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58" name="文本框 4"/>
          <p:cNvSpPr txBox="1">
            <a:spLocks noChangeArrowheads="1"/>
          </p:cNvSpPr>
          <p:nvPr/>
        </p:nvSpPr>
        <p:spPr bwMode="auto">
          <a:xfrm>
            <a:off x="1480329" y="1229399"/>
            <a:ext cx="48269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endParaRPr lang="en-US" altLang="zh-CN" sz="36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——</a:t>
            </a:r>
            <a:r>
              <a:rPr lang="zh-CN" altLang="en-US" sz="3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老师与学员对话</a:t>
            </a:r>
            <a:endParaRPr lang="en-US" altLang="zh-CN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4"/>
          <p:cNvSpPr txBox="1">
            <a:spLocks noChangeArrowheads="1"/>
          </p:cNvSpPr>
          <p:nvPr/>
        </p:nvSpPr>
        <p:spPr bwMode="auto">
          <a:xfrm>
            <a:off x="1790700" y="2876976"/>
            <a:ext cx="413446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操作方法：</a:t>
            </a:r>
            <a:endParaRPr lang="en-US" altLang="zh-CN" sz="2800" b="1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老师朗读问题，学员回答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4"/>
          <p:cNvSpPr txBox="1">
            <a:spLocks noChangeArrowheads="1"/>
          </p:cNvSpPr>
          <p:nvPr/>
        </p:nvSpPr>
        <p:spPr bwMode="auto">
          <a:xfrm>
            <a:off x="1826577" y="4278331"/>
            <a:ext cx="4134465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如果孩子基础比较薄弱，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无法进行对话时，适当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进行对话即可；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38" y="1196692"/>
            <a:ext cx="5122253" cy="549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7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apezoid 8"/>
          <p:cNvSpPr/>
          <p:nvPr/>
        </p:nvSpPr>
        <p:spPr>
          <a:xfrm rot="16200000">
            <a:off x="2453955" y="3324370"/>
            <a:ext cx="975866" cy="161358"/>
          </a:xfrm>
          <a:prstGeom prst="trapezoid">
            <a:avLst>
              <a:gd name="adj" fmla="val 69837"/>
            </a:avLst>
          </a:prstGeom>
          <a:solidFill>
            <a:schemeClr val="accent3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2861206" y="2959978"/>
            <a:ext cx="8811682" cy="852211"/>
          </a:xfrm>
          <a:prstGeom prst="homePlate">
            <a:avLst>
              <a:gd name="adj" fmla="val 36274"/>
            </a:avLst>
          </a:prstGeom>
          <a:solidFill>
            <a:srgbClr val="FF9933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8"/>
          <p:cNvSpPr txBox="1"/>
          <p:nvPr/>
        </p:nvSpPr>
        <p:spPr>
          <a:xfrm>
            <a:off x="2976175" y="3001473"/>
            <a:ext cx="540392" cy="7694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1113"/>
          <p:cNvSpPr/>
          <p:nvPr/>
        </p:nvSpPr>
        <p:spPr>
          <a:xfrm>
            <a:off x="4569610" y="3026758"/>
            <a:ext cx="62396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口测后需要做什么？</a:t>
            </a:r>
            <a:endParaRPr lang="en-GB" altLang="zh-C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4" name="Freeform 1108"/>
          <p:cNvSpPr>
            <a:spLocks noEditPoints="1"/>
          </p:cNvSpPr>
          <p:nvPr/>
        </p:nvSpPr>
        <p:spPr bwMode="auto">
          <a:xfrm>
            <a:off x="3882609" y="3055209"/>
            <a:ext cx="580371" cy="592157"/>
          </a:xfrm>
          <a:custGeom>
            <a:avLst/>
            <a:gdLst>
              <a:gd name="T0" fmla="*/ 87 w 91"/>
              <a:gd name="T1" fmla="*/ 39 h 93"/>
              <a:gd name="T2" fmla="*/ 91 w 91"/>
              <a:gd name="T3" fmla="*/ 46 h 93"/>
              <a:gd name="T4" fmla="*/ 91 w 91"/>
              <a:gd name="T5" fmla="*/ 83 h 93"/>
              <a:gd name="T6" fmla="*/ 81 w 91"/>
              <a:gd name="T7" fmla="*/ 93 h 93"/>
              <a:gd name="T8" fmla="*/ 10 w 91"/>
              <a:gd name="T9" fmla="*/ 93 h 93"/>
              <a:gd name="T10" fmla="*/ 0 w 91"/>
              <a:gd name="T11" fmla="*/ 83 h 93"/>
              <a:gd name="T12" fmla="*/ 0 w 91"/>
              <a:gd name="T13" fmla="*/ 46 h 93"/>
              <a:gd name="T14" fmla="*/ 3 w 91"/>
              <a:gd name="T15" fmla="*/ 40 h 93"/>
              <a:gd name="T16" fmla="*/ 3 w 91"/>
              <a:gd name="T17" fmla="*/ 40 h 93"/>
              <a:gd name="T18" fmla="*/ 3 w 91"/>
              <a:gd name="T19" fmla="*/ 40 h 93"/>
              <a:gd name="T20" fmla="*/ 3 w 91"/>
              <a:gd name="T21" fmla="*/ 39 h 93"/>
              <a:gd name="T22" fmla="*/ 40 w 91"/>
              <a:gd name="T23" fmla="*/ 3 h 93"/>
              <a:gd name="T24" fmla="*/ 51 w 91"/>
              <a:gd name="T25" fmla="*/ 3 h 93"/>
              <a:gd name="T26" fmla="*/ 87 w 91"/>
              <a:gd name="T27" fmla="*/ 39 h 93"/>
              <a:gd name="T28" fmla="*/ 16 w 91"/>
              <a:gd name="T29" fmla="*/ 30 h 93"/>
              <a:gd name="T30" fmla="*/ 16 w 91"/>
              <a:gd name="T31" fmla="*/ 52 h 93"/>
              <a:gd name="T32" fmla="*/ 46 w 91"/>
              <a:gd name="T33" fmla="*/ 75 h 93"/>
              <a:gd name="T34" fmla="*/ 73 w 91"/>
              <a:gd name="T35" fmla="*/ 54 h 93"/>
              <a:gd name="T36" fmla="*/ 73 w 91"/>
              <a:gd name="T37" fmla="*/ 30 h 93"/>
              <a:gd name="T38" fmla="*/ 16 w 91"/>
              <a:gd name="T39" fmla="*/ 30 h 93"/>
              <a:gd name="T40" fmla="*/ 26 w 91"/>
              <a:gd name="T41" fmla="*/ 35 h 93"/>
              <a:gd name="T42" fmla="*/ 26 w 91"/>
              <a:gd name="T43" fmla="*/ 39 h 93"/>
              <a:gd name="T44" fmla="*/ 64 w 91"/>
              <a:gd name="T45" fmla="*/ 39 h 93"/>
              <a:gd name="T46" fmla="*/ 64 w 91"/>
              <a:gd name="T47" fmla="*/ 35 h 93"/>
              <a:gd name="T48" fmla="*/ 26 w 91"/>
              <a:gd name="T49" fmla="*/ 35 h 93"/>
              <a:gd name="T50" fmla="*/ 26 w 91"/>
              <a:gd name="T51" fmla="*/ 51 h 93"/>
              <a:gd name="T52" fmla="*/ 26 w 91"/>
              <a:gd name="T53" fmla="*/ 55 h 93"/>
              <a:gd name="T54" fmla="*/ 64 w 91"/>
              <a:gd name="T55" fmla="*/ 55 h 93"/>
              <a:gd name="T56" fmla="*/ 64 w 91"/>
              <a:gd name="T57" fmla="*/ 51 h 93"/>
              <a:gd name="T58" fmla="*/ 26 w 91"/>
              <a:gd name="T59" fmla="*/ 51 h 93"/>
              <a:gd name="T60" fmla="*/ 26 w 91"/>
              <a:gd name="T61" fmla="*/ 43 h 93"/>
              <a:gd name="T62" fmla="*/ 26 w 91"/>
              <a:gd name="T63" fmla="*/ 47 h 93"/>
              <a:gd name="T64" fmla="*/ 64 w 91"/>
              <a:gd name="T65" fmla="*/ 47 h 93"/>
              <a:gd name="T66" fmla="*/ 64 w 91"/>
              <a:gd name="T67" fmla="*/ 43 h 93"/>
              <a:gd name="T68" fmla="*/ 26 w 91"/>
              <a:gd name="T69" fmla="*/ 43 h 93"/>
              <a:gd name="T70" fmla="*/ 10 w 91"/>
              <a:gd name="T71" fmla="*/ 87 h 93"/>
              <a:gd name="T72" fmla="*/ 28 w 91"/>
              <a:gd name="T73" fmla="*/ 70 h 93"/>
              <a:gd name="T74" fmla="*/ 28 w 91"/>
              <a:gd name="T75" fmla="*/ 67 h 93"/>
              <a:gd name="T76" fmla="*/ 26 w 91"/>
              <a:gd name="T77" fmla="*/ 67 h 93"/>
              <a:gd name="T78" fmla="*/ 8 w 91"/>
              <a:gd name="T79" fmla="*/ 84 h 93"/>
              <a:gd name="T80" fmla="*/ 8 w 91"/>
              <a:gd name="T81" fmla="*/ 87 h 93"/>
              <a:gd name="T82" fmla="*/ 10 w 91"/>
              <a:gd name="T83" fmla="*/ 87 h 93"/>
              <a:gd name="T84" fmla="*/ 85 w 91"/>
              <a:gd name="T85" fmla="*/ 84 h 93"/>
              <a:gd name="T86" fmla="*/ 67 w 91"/>
              <a:gd name="T87" fmla="*/ 67 h 93"/>
              <a:gd name="T88" fmla="*/ 64 w 91"/>
              <a:gd name="T89" fmla="*/ 67 h 93"/>
              <a:gd name="T90" fmla="*/ 64 w 91"/>
              <a:gd name="T91" fmla="*/ 70 h 93"/>
              <a:gd name="T92" fmla="*/ 82 w 91"/>
              <a:gd name="T93" fmla="*/ 87 h 93"/>
              <a:gd name="T94" fmla="*/ 85 w 91"/>
              <a:gd name="T95" fmla="*/ 87 h 93"/>
              <a:gd name="T96" fmla="*/ 85 w 91"/>
              <a:gd name="T97" fmla="*/ 84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1" h="93">
                <a:moveTo>
                  <a:pt x="87" y="39"/>
                </a:moveTo>
                <a:cubicBezTo>
                  <a:pt x="89" y="40"/>
                  <a:pt x="91" y="43"/>
                  <a:pt x="91" y="46"/>
                </a:cubicBezTo>
                <a:cubicBezTo>
                  <a:pt x="91" y="83"/>
                  <a:pt x="91" y="83"/>
                  <a:pt x="91" y="83"/>
                </a:cubicBezTo>
                <a:cubicBezTo>
                  <a:pt x="91" y="89"/>
                  <a:pt x="86" y="93"/>
                  <a:pt x="81" y="93"/>
                </a:cubicBezTo>
                <a:cubicBezTo>
                  <a:pt x="10" y="93"/>
                  <a:pt x="10" y="93"/>
                  <a:pt x="10" y="93"/>
                </a:cubicBezTo>
                <a:cubicBezTo>
                  <a:pt x="5" y="93"/>
                  <a:pt x="0" y="89"/>
                  <a:pt x="0" y="83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1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40"/>
                </a:cubicBezTo>
                <a:cubicBezTo>
                  <a:pt x="3" y="40"/>
                  <a:pt x="3" y="40"/>
                  <a:pt x="3" y="39"/>
                </a:cubicBezTo>
                <a:cubicBezTo>
                  <a:pt x="40" y="3"/>
                  <a:pt x="40" y="3"/>
                  <a:pt x="40" y="3"/>
                </a:cubicBezTo>
                <a:cubicBezTo>
                  <a:pt x="43" y="0"/>
                  <a:pt x="47" y="0"/>
                  <a:pt x="51" y="3"/>
                </a:cubicBezTo>
                <a:cubicBezTo>
                  <a:pt x="87" y="39"/>
                  <a:pt x="87" y="39"/>
                  <a:pt x="87" y="39"/>
                </a:cubicBezTo>
                <a:close/>
                <a:moveTo>
                  <a:pt x="16" y="30"/>
                </a:moveTo>
                <a:cubicBezTo>
                  <a:pt x="16" y="52"/>
                  <a:pt x="16" y="52"/>
                  <a:pt x="16" y="52"/>
                </a:cubicBezTo>
                <a:cubicBezTo>
                  <a:pt x="46" y="75"/>
                  <a:pt x="46" y="75"/>
                  <a:pt x="46" y="75"/>
                </a:cubicBezTo>
                <a:cubicBezTo>
                  <a:pt x="73" y="54"/>
                  <a:pt x="73" y="54"/>
                  <a:pt x="73" y="54"/>
                </a:cubicBezTo>
                <a:cubicBezTo>
                  <a:pt x="73" y="30"/>
                  <a:pt x="73" y="30"/>
                  <a:pt x="73" y="30"/>
                </a:cubicBezTo>
                <a:cubicBezTo>
                  <a:pt x="16" y="30"/>
                  <a:pt x="16" y="30"/>
                  <a:pt x="16" y="30"/>
                </a:cubicBezTo>
                <a:close/>
                <a:moveTo>
                  <a:pt x="26" y="35"/>
                </a:moveTo>
                <a:cubicBezTo>
                  <a:pt x="26" y="39"/>
                  <a:pt x="26" y="39"/>
                  <a:pt x="26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35"/>
                  <a:pt x="64" y="35"/>
                  <a:pt x="64" y="35"/>
                </a:cubicBezTo>
                <a:cubicBezTo>
                  <a:pt x="26" y="35"/>
                  <a:pt x="26" y="35"/>
                  <a:pt x="26" y="35"/>
                </a:cubicBezTo>
                <a:close/>
                <a:moveTo>
                  <a:pt x="26" y="51"/>
                </a:moveTo>
                <a:cubicBezTo>
                  <a:pt x="26" y="55"/>
                  <a:pt x="26" y="55"/>
                  <a:pt x="26" y="55"/>
                </a:cubicBezTo>
                <a:cubicBezTo>
                  <a:pt x="64" y="55"/>
                  <a:pt x="64" y="55"/>
                  <a:pt x="64" y="55"/>
                </a:cubicBezTo>
                <a:cubicBezTo>
                  <a:pt x="64" y="51"/>
                  <a:pt x="64" y="51"/>
                  <a:pt x="64" y="51"/>
                </a:cubicBezTo>
                <a:cubicBezTo>
                  <a:pt x="26" y="51"/>
                  <a:pt x="26" y="51"/>
                  <a:pt x="26" y="51"/>
                </a:cubicBezTo>
                <a:close/>
                <a:moveTo>
                  <a:pt x="26" y="43"/>
                </a:moveTo>
                <a:cubicBezTo>
                  <a:pt x="26" y="47"/>
                  <a:pt x="26" y="47"/>
                  <a:pt x="26" y="47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43"/>
                  <a:pt x="64" y="43"/>
                  <a:pt x="64" y="43"/>
                </a:cubicBezTo>
                <a:cubicBezTo>
                  <a:pt x="26" y="43"/>
                  <a:pt x="26" y="43"/>
                  <a:pt x="26" y="43"/>
                </a:cubicBezTo>
                <a:close/>
                <a:moveTo>
                  <a:pt x="10" y="87"/>
                </a:moveTo>
                <a:cubicBezTo>
                  <a:pt x="28" y="70"/>
                  <a:pt x="28" y="70"/>
                  <a:pt x="28" y="70"/>
                </a:cubicBezTo>
                <a:cubicBezTo>
                  <a:pt x="29" y="69"/>
                  <a:pt x="29" y="68"/>
                  <a:pt x="28" y="67"/>
                </a:cubicBezTo>
                <a:cubicBezTo>
                  <a:pt x="28" y="66"/>
                  <a:pt x="27" y="66"/>
                  <a:pt x="26" y="67"/>
                </a:cubicBezTo>
                <a:cubicBezTo>
                  <a:pt x="8" y="84"/>
                  <a:pt x="8" y="84"/>
                  <a:pt x="8" y="84"/>
                </a:cubicBezTo>
                <a:cubicBezTo>
                  <a:pt x="7" y="85"/>
                  <a:pt x="7" y="86"/>
                  <a:pt x="8" y="87"/>
                </a:cubicBezTo>
                <a:cubicBezTo>
                  <a:pt x="8" y="88"/>
                  <a:pt x="10" y="88"/>
                  <a:pt x="10" y="87"/>
                </a:cubicBezTo>
                <a:close/>
                <a:moveTo>
                  <a:pt x="85" y="84"/>
                </a:moveTo>
                <a:cubicBezTo>
                  <a:pt x="67" y="67"/>
                  <a:pt x="67" y="67"/>
                  <a:pt x="67" y="67"/>
                </a:cubicBezTo>
                <a:cubicBezTo>
                  <a:pt x="66" y="66"/>
                  <a:pt x="65" y="66"/>
                  <a:pt x="64" y="67"/>
                </a:cubicBezTo>
                <a:cubicBezTo>
                  <a:pt x="63" y="68"/>
                  <a:pt x="63" y="69"/>
                  <a:pt x="64" y="70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8"/>
                  <a:pt x="84" y="88"/>
                  <a:pt x="85" y="87"/>
                </a:cubicBezTo>
                <a:cubicBezTo>
                  <a:pt x="85" y="86"/>
                  <a:pt x="85" y="85"/>
                  <a:pt x="85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2" r="15926"/>
          <a:stretch/>
        </p:blipFill>
        <p:spPr>
          <a:xfrm>
            <a:off x="769327" y="1850563"/>
            <a:ext cx="2077672" cy="3071041"/>
          </a:xfrm>
          <a:prstGeom prst="rect">
            <a:avLst/>
          </a:prstGeom>
        </p:spPr>
      </p:pic>
      <p:sp>
        <p:nvSpPr>
          <p:cNvPr id="8" name="文本框 4"/>
          <p:cNvSpPr txBox="1">
            <a:spLocks noChangeArrowheads="1"/>
          </p:cNvSpPr>
          <p:nvPr/>
        </p:nvSpPr>
        <p:spPr bwMode="auto">
          <a:xfrm>
            <a:off x="4631389" y="3967497"/>
            <a:ext cx="291618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填写口测报告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发反馈电话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873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3"/>
          <p:cNvGrpSpPr>
            <a:grpSpLocks/>
          </p:cNvGrpSpPr>
          <p:nvPr/>
        </p:nvGrpSpPr>
        <p:grpSpPr bwMode="auto">
          <a:xfrm>
            <a:off x="2104444" y="1860985"/>
            <a:ext cx="2699052" cy="4876710"/>
            <a:chOff x="4689475" y="887412"/>
            <a:chExt cx="2813050" cy="5083175"/>
          </a:xfrm>
        </p:grpSpPr>
        <p:sp>
          <p:nvSpPr>
            <p:cNvPr id="12" name="矩形 11"/>
            <p:cNvSpPr/>
            <p:nvPr/>
          </p:nvSpPr>
          <p:spPr>
            <a:xfrm>
              <a:off x="4689475" y="1244926"/>
              <a:ext cx="2813050" cy="4393341"/>
            </a:xfrm>
            <a:prstGeom prst="rect">
              <a:avLst/>
            </a:prstGeom>
            <a:solidFill>
              <a:srgbClr val="FFF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3" name="手机"/>
            <p:cNvSpPr/>
            <p:nvPr/>
          </p:nvSpPr>
          <p:spPr>
            <a:xfrm>
              <a:off x="4689475" y="887412"/>
              <a:ext cx="2813050" cy="5083175"/>
            </a:xfrm>
            <a:custGeom>
              <a:avLst/>
              <a:gdLst>
                <a:gd name="connsiteX0" fmla="*/ 1404156 w 2808312"/>
                <a:gd name="connsiteY0" fmla="*/ 4748597 h 5078692"/>
                <a:gd name="connsiteX1" fmla="*/ 1260140 w 2808312"/>
                <a:gd name="connsiteY1" fmla="*/ 4892613 h 5078692"/>
                <a:gd name="connsiteX2" fmla="*/ 1404156 w 2808312"/>
                <a:gd name="connsiteY2" fmla="*/ 5036629 h 5078692"/>
                <a:gd name="connsiteX3" fmla="*/ 1548172 w 2808312"/>
                <a:gd name="connsiteY3" fmla="*/ 4892613 h 5078692"/>
                <a:gd name="connsiteX4" fmla="*/ 1404156 w 2808312"/>
                <a:gd name="connsiteY4" fmla="*/ 4748597 h 5078692"/>
                <a:gd name="connsiteX5" fmla="*/ 54156 w 2808312"/>
                <a:gd name="connsiteY5" fmla="*/ 372159 h 5078692"/>
                <a:gd name="connsiteX6" fmla="*/ 54156 w 2808312"/>
                <a:gd name="connsiteY6" fmla="*/ 4706534 h 5078692"/>
                <a:gd name="connsiteX7" fmla="*/ 2754156 w 2808312"/>
                <a:gd name="connsiteY7" fmla="*/ 4706534 h 5078692"/>
                <a:gd name="connsiteX8" fmla="*/ 2754156 w 2808312"/>
                <a:gd name="connsiteY8" fmla="*/ 372159 h 5078692"/>
                <a:gd name="connsiteX9" fmla="*/ 1158156 w 2808312"/>
                <a:gd name="connsiteY9" fmla="*/ 168079 h 5078692"/>
                <a:gd name="connsiteX10" fmla="*/ 1152156 w 2808312"/>
                <a:gd name="connsiteY10" fmla="*/ 174079 h 5078692"/>
                <a:gd name="connsiteX11" fmla="*/ 1152156 w 2808312"/>
                <a:gd name="connsiteY11" fmla="*/ 198079 h 5078692"/>
                <a:gd name="connsiteX12" fmla="*/ 1158156 w 2808312"/>
                <a:gd name="connsiteY12" fmla="*/ 204079 h 5078692"/>
                <a:gd name="connsiteX13" fmla="*/ 1650156 w 2808312"/>
                <a:gd name="connsiteY13" fmla="*/ 204079 h 5078692"/>
                <a:gd name="connsiteX14" fmla="*/ 1656156 w 2808312"/>
                <a:gd name="connsiteY14" fmla="*/ 198079 h 5078692"/>
                <a:gd name="connsiteX15" fmla="*/ 1656156 w 2808312"/>
                <a:gd name="connsiteY15" fmla="*/ 174079 h 5078692"/>
                <a:gd name="connsiteX16" fmla="*/ 1650156 w 2808312"/>
                <a:gd name="connsiteY16" fmla="*/ 168079 h 5078692"/>
                <a:gd name="connsiteX17" fmla="*/ 319782 w 2808312"/>
                <a:gd name="connsiteY17" fmla="*/ 0 h 5078692"/>
                <a:gd name="connsiteX18" fmla="*/ 2488530 w 2808312"/>
                <a:gd name="connsiteY18" fmla="*/ 0 h 5078692"/>
                <a:gd name="connsiteX19" fmla="*/ 2808312 w 2808312"/>
                <a:gd name="connsiteY19" fmla="*/ 319782 h 5078692"/>
                <a:gd name="connsiteX20" fmla="*/ 2808312 w 2808312"/>
                <a:gd name="connsiteY20" fmla="*/ 4758910 h 5078692"/>
                <a:gd name="connsiteX21" fmla="*/ 2488530 w 2808312"/>
                <a:gd name="connsiteY21" fmla="*/ 5078692 h 5078692"/>
                <a:gd name="connsiteX22" fmla="*/ 319782 w 2808312"/>
                <a:gd name="connsiteY22" fmla="*/ 5078692 h 5078692"/>
                <a:gd name="connsiteX23" fmla="*/ 0 w 2808312"/>
                <a:gd name="connsiteY23" fmla="*/ 4758910 h 5078692"/>
                <a:gd name="connsiteX24" fmla="*/ 0 w 2808312"/>
                <a:gd name="connsiteY24" fmla="*/ 319782 h 5078692"/>
                <a:gd name="connsiteX25" fmla="*/ 319782 w 2808312"/>
                <a:gd name="connsiteY25" fmla="*/ 0 h 507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08312" h="5078692">
                  <a:moveTo>
                    <a:pt x="1404156" y="4748597"/>
                  </a:moveTo>
                  <a:cubicBezTo>
                    <a:pt x="1324618" y="4748597"/>
                    <a:pt x="1260140" y="4813075"/>
                    <a:pt x="1260140" y="4892613"/>
                  </a:cubicBezTo>
                  <a:cubicBezTo>
                    <a:pt x="1260140" y="4972151"/>
                    <a:pt x="1324618" y="5036629"/>
                    <a:pt x="1404156" y="5036629"/>
                  </a:cubicBezTo>
                  <a:cubicBezTo>
                    <a:pt x="1483694" y="5036629"/>
                    <a:pt x="1548172" y="4972151"/>
                    <a:pt x="1548172" y="4892613"/>
                  </a:cubicBezTo>
                  <a:cubicBezTo>
                    <a:pt x="1548172" y="4813075"/>
                    <a:pt x="1483694" y="4748597"/>
                    <a:pt x="1404156" y="4748597"/>
                  </a:cubicBezTo>
                  <a:close/>
                  <a:moveTo>
                    <a:pt x="54156" y="372159"/>
                  </a:moveTo>
                  <a:lnTo>
                    <a:pt x="54156" y="4706534"/>
                  </a:lnTo>
                  <a:lnTo>
                    <a:pt x="2754156" y="4706534"/>
                  </a:lnTo>
                  <a:lnTo>
                    <a:pt x="2754156" y="372159"/>
                  </a:lnTo>
                  <a:close/>
                  <a:moveTo>
                    <a:pt x="1158156" y="168079"/>
                  </a:moveTo>
                  <a:cubicBezTo>
                    <a:pt x="1154842" y="168079"/>
                    <a:pt x="1152156" y="170765"/>
                    <a:pt x="1152156" y="174079"/>
                  </a:cubicBezTo>
                  <a:lnTo>
                    <a:pt x="1152156" y="198079"/>
                  </a:lnTo>
                  <a:cubicBezTo>
                    <a:pt x="1152156" y="201393"/>
                    <a:pt x="1154842" y="204079"/>
                    <a:pt x="1158156" y="204079"/>
                  </a:cubicBezTo>
                  <a:lnTo>
                    <a:pt x="1650156" y="204079"/>
                  </a:lnTo>
                  <a:cubicBezTo>
                    <a:pt x="1653470" y="204079"/>
                    <a:pt x="1656156" y="201393"/>
                    <a:pt x="1656156" y="198079"/>
                  </a:cubicBezTo>
                  <a:lnTo>
                    <a:pt x="1656156" y="174079"/>
                  </a:lnTo>
                  <a:cubicBezTo>
                    <a:pt x="1656156" y="170765"/>
                    <a:pt x="1653470" y="168079"/>
                    <a:pt x="1650156" y="168079"/>
                  </a:cubicBezTo>
                  <a:close/>
                  <a:moveTo>
                    <a:pt x="319782" y="0"/>
                  </a:moveTo>
                  <a:lnTo>
                    <a:pt x="2488530" y="0"/>
                  </a:lnTo>
                  <a:cubicBezTo>
                    <a:pt x="2665141" y="0"/>
                    <a:pt x="2808312" y="143171"/>
                    <a:pt x="2808312" y="319782"/>
                  </a:cubicBezTo>
                  <a:lnTo>
                    <a:pt x="2808312" y="4758910"/>
                  </a:lnTo>
                  <a:cubicBezTo>
                    <a:pt x="2808312" y="4935521"/>
                    <a:pt x="2665141" y="5078692"/>
                    <a:pt x="2488530" y="5078692"/>
                  </a:cubicBezTo>
                  <a:lnTo>
                    <a:pt x="319782" y="5078692"/>
                  </a:lnTo>
                  <a:cubicBezTo>
                    <a:pt x="143171" y="5078692"/>
                    <a:pt x="0" y="4935521"/>
                    <a:pt x="0" y="4758910"/>
                  </a:cubicBezTo>
                  <a:lnTo>
                    <a:pt x="0" y="319782"/>
                  </a:lnTo>
                  <a:cubicBezTo>
                    <a:pt x="0" y="143171"/>
                    <a:pt x="143171" y="0"/>
                    <a:pt x="319782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——1.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填写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口测报告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58" name="文本框 4"/>
          <p:cNvSpPr txBox="1">
            <a:spLocks noChangeArrowheads="1"/>
          </p:cNvSpPr>
          <p:nvPr/>
        </p:nvSpPr>
        <p:spPr bwMode="auto">
          <a:xfrm>
            <a:off x="685740" y="2521059"/>
            <a:ext cx="5833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专业的口测报告</a:t>
            </a:r>
            <a:endParaRPr lang="en-US" altLang="zh-CN" sz="2800" b="1" dirty="0" smtClean="0">
              <a:solidFill>
                <a:srgbClr val="FF99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687" y="2175043"/>
            <a:ext cx="2481513" cy="4173692"/>
          </a:xfrm>
          <a:prstGeom prst="rect">
            <a:avLst/>
          </a:prstGeom>
        </p:spPr>
      </p:pic>
      <p:sp>
        <p:nvSpPr>
          <p:cNvPr id="31" name="线形标注 2(带强调线) 30"/>
          <p:cNvSpPr/>
          <p:nvPr/>
        </p:nvSpPr>
        <p:spPr>
          <a:xfrm>
            <a:off x="7617733" y="1688397"/>
            <a:ext cx="3166385" cy="510744"/>
          </a:xfrm>
          <a:prstGeom prst="accentCallout2">
            <a:avLst>
              <a:gd name="adj1" fmla="val 18750"/>
              <a:gd name="adj2" fmla="val -8333"/>
              <a:gd name="adj3" fmla="val 45066"/>
              <a:gd name="adj4" fmla="val -30599"/>
              <a:gd name="adj5" fmla="val 314573"/>
              <a:gd name="adj6" fmla="val -102454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FF9933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</a:rPr>
              <a:t>口</a:t>
            </a:r>
            <a:r>
              <a:rPr lang="zh-CN" altLang="en-US" sz="2400" b="1" dirty="0" smtClean="0">
                <a:solidFill>
                  <a:srgbClr val="404040"/>
                </a:solidFill>
                <a:latin typeface="微软雅黑" panose="020B0503020204020204" pitchFamily="34" charset="-122"/>
              </a:rPr>
              <a:t>测分数</a:t>
            </a:r>
            <a:r>
              <a:rPr lang="en-US" altLang="zh-CN" sz="2400" b="1" dirty="0" smtClean="0">
                <a:solidFill>
                  <a:srgbClr val="404040"/>
                </a:solidFill>
                <a:latin typeface="微软雅黑" panose="020B0503020204020204" pitchFamily="34" charset="-122"/>
              </a:rPr>
              <a:t>——</a:t>
            </a:r>
            <a:r>
              <a:rPr lang="zh-CN" altLang="en-US" sz="2400" b="1" dirty="0" smtClean="0">
                <a:solidFill>
                  <a:srgbClr val="404040"/>
                </a:solidFill>
                <a:latin typeface="微软雅黑" panose="020B0503020204020204" pitchFamily="34" charset="-122"/>
              </a:rPr>
              <a:t>雷达图</a:t>
            </a:r>
            <a:endParaRPr lang="zh-CN" altLang="en-US" sz="2400" b="1" dirty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线形标注 2(带强调线) 31"/>
          <p:cNvSpPr/>
          <p:nvPr/>
        </p:nvSpPr>
        <p:spPr>
          <a:xfrm>
            <a:off x="7617732" y="2948608"/>
            <a:ext cx="3166385" cy="510743"/>
          </a:xfrm>
          <a:prstGeom prst="accentCallout2">
            <a:avLst>
              <a:gd name="adj1" fmla="val 18750"/>
              <a:gd name="adj2" fmla="val -8333"/>
              <a:gd name="adj3" fmla="val 45066"/>
              <a:gd name="adj4" fmla="val -30599"/>
              <a:gd name="adj5" fmla="val 279199"/>
              <a:gd name="adj6" fmla="val -101762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FF9933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</a:rPr>
              <a:t>各项分数解读</a:t>
            </a:r>
            <a:endParaRPr lang="zh-CN" altLang="en-US" sz="2400" b="1" dirty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线形标注 2(带强调线) 32"/>
          <p:cNvSpPr/>
          <p:nvPr/>
        </p:nvSpPr>
        <p:spPr>
          <a:xfrm>
            <a:off x="7617731" y="4261889"/>
            <a:ext cx="3166385" cy="532994"/>
          </a:xfrm>
          <a:prstGeom prst="accentCallout2">
            <a:avLst>
              <a:gd name="adj1" fmla="val 18750"/>
              <a:gd name="adj2" fmla="val -8333"/>
              <a:gd name="adj3" fmla="val 45066"/>
              <a:gd name="adj4" fmla="val -30599"/>
              <a:gd name="adj5" fmla="val 216119"/>
              <a:gd name="adj6" fmla="val -102948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FF9933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</a:rPr>
              <a:t>针对性的学习建议</a:t>
            </a:r>
            <a:endParaRPr lang="zh-CN" altLang="en-US" sz="2400" b="1" dirty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线形标注 2(带强调线) 33"/>
          <p:cNvSpPr/>
          <p:nvPr/>
        </p:nvSpPr>
        <p:spPr>
          <a:xfrm>
            <a:off x="7617730" y="5515505"/>
            <a:ext cx="3166385" cy="532994"/>
          </a:xfrm>
          <a:prstGeom prst="accentCallout2">
            <a:avLst>
              <a:gd name="adj1" fmla="val 18750"/>
              <a:gd name="adj2" fmla="val -8333"/>
              <a:gd name="adj3" fmla="val 45066"/>
              <a:gd name="adj4" fmla="val -30599"/>
              <a:gd name="adj5" fmla="val 113505"/>
              <a:gd name="adj6" fmla="val -105499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FF9933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</a:rPr>
              <a:t>其他学习相关建议</a:t>
            </a:r>
            <a:endParaRPr lang="zh-CN" altLang="en-US" sz="2400" b="1" dirty="0">
              <a:solidFill>
                <a:srgbClr val="404040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728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——1.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填写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口测报告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b="39233"/>
          <a:stretch/>
        </p:blipFill>
        <p:spPr>
          <a:xfrm>
            <a:off x="834707" y="2159253"/>
            <a:ext cx="7228638" cy="42261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771" y="2159253"/>
            <a:ext cx="3415465" cy="1995514"/>
          </a:xfrm>
          <a:prstGeom prst="rect">
            <a:avLst/>
          </a:prstGeom>
        </p:spPr>
      </p:pic>
      <p:sp>
        <p:nvSpPr>
          <p:cNvPr id="13" name="文本框 4"/>
          <p:cNvSpPr txBox="1">
            <a:spLocks noChangeArrowheads="1"/>
          </p:cNvSpPr>
          <p:nvPr/>
        </p:nvSpPr>
        <p:spPr bwMode="auto">
          <a:xfrm>
            <a:off x="8277771" y="4630525"/>
            <a:ext cx="3276920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rgbClr val="FF0000"/>
            </a:solidFill>
          </a:ln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p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填写分数后雷达图会自动匹配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568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——1.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填写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口测报告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t="60507"/>
          <a:stretch/>
        </p:blipFill>
        <p:spPr>
          <a:xfrm>
            <a:off x="1632729" y="2302263"/>
            <a:ext cx="9208290" cy="3498846"/>
          </a:xfrm>
          <a:prstGeom prst="rect">
            <a:avLst/>
          </a:prstGeom>
        </p:spPr>
      </p:pic>
      <p:sp>
        <p:nvSpPr>
          <p:cNvPr id="10" name="文本框 4"/>
          <p:cNvSpPr txBox="1">
            <a:spLocks noChangeArrowheads="1"/>
          </p:cNvSpPr>
          <p:nvPr/>
        </p:nvSpPr>
        <p:spPr bwMode="auto">
          <a:xfrm>
            <a:off x="1632729" y="1630093"/>
            <a:ext cx="403378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rgbClr val="FF0000"/>
            </a:solidFill>
          </a:ln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p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各项分数代表的能力</a:t>
            </a:r>
            <a:endParaRPr lang="en-US" altLang="zh-CN" dirty="0"/>
          </a:p>
        </p:txBody>
      </p:sp>
      <p:sp>
        <p:nvSpPr>
          <p:cNvPr id="11" name="文本框 4"/>
          <p:cNvSpPr txBox="1">
            <a:spLocks noChangeArrowheads="1"/>
          </p:cNvSpPr>
          <p:nvPr/>
        </p:nvSpPr>
        <p:spPr bwMode="auto">
          <a:xfrm>
            <a:off x="1632729" y="5950059"/>
            <a:ext cx="76637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表格里有分数与能力的相关话术</a:t>
            </a:r>
            <a:endParaRPr lang="en-US" altLang="zh-CN" sz="20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350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——1.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填写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口测报告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518" y="1161352"/>
            <a:ext cx="9366241" cy="34294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518" y="4558363"/>
            <a:ext cx="9374689" cy="2211777"/>
          </a:xfrm>
          <a:prstGeom prst="rect">
            <a:avLst/>
          </a:prstGeom>
        </p:spPr>
      </p:pic>
      <p:sp>
        <p:nvSpPr>
          <p:cNvPr id="11" name="文本框 4"/>
          <p:cNvSpPr txBox="1">
            <a:spLocks noChangeArrowheads="1"/>
          </p:cNvSpPr>
          <p:nvPr/>
        </p:nvSpPr>
        <p:spPr bwMode="auto">
          <a:xfrm>
            <a:off x="7238680" y="1457075"/>
            <a:ext cx="464852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rgbClr val="FF0000"/>
            </a:solidFill>
          </a:ln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p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这里填写课程搭配建议</a:t>
            </a:r>
            <a:endParaRPr lang="en-US" altLang="zh-CN" dirty="0"/>
          </a:p>
        </p:txBody>
      </p:sp>
      <p:sp>
        <p:nvSpPr>
          <p:cNvPr id="12" name="文本框 4"/>
          <p:cNvSpPr txBox="1">
            <a:spLocks noChangeArrowheads="1"/>
          </p:cNvSpPr>
          <p:nvPr/>
        </p:nvSpPr>
        <p:spPr bwMode="auto">
          <a:xfrm>
            <a:off x="7238680" y="4558363"/>
            <a:ext cx="464852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rgbClr val="FF0000"/>
            </a:solidFill>
          </a:ln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p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这里填写其他学习建议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391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11" name="矩形 10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——2.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打反馈电话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3507747" y="1940637"/>
            <a:ext cx="4477508" cy="646331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反馈本次口测情况</a:t>
            </a:r>
            <a:endParaRPr lang="en-US" altLang="zh-CN" sz="36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3"/>
          <p:cNvGrpSpPr>
            <a:grpSpLocks/>
          </p:cNvGrpSpPr>
          <p:nvPr/>
        </p:nvGrpSpPr>
        <p:grpSpPr bwMode="auto">
          <a:xfrm>
            <a:off x="474489" y="1507234"/>
            <a:ext cx="2699052" cy="4876710"/>
            <a:chOff x="4689475" y="887412"/>
            <a:chExt cx="2813050" cy="5083175"/>
          </a:xfrm>
        </p:grpSpPr>
        <p:sp>
          <p:nvSpPr>
            <p:cNvPr id="17" name="矩形 16"/>
            <p:cNvSpPr/>
            <p:nvPr/>
          </p:nvSpPr>
          <p:spPr>
            <a:xfrm>
              <a:off x="4689475" y="1244926"/>
              <a:ext cx="2813050" cy="4393341"/>
            </a:xfrm>
            <a:prstGeom prst="rect">
              <a:avLst/>
            </a:prstGeom>
            <a:solidFill>
              <a:srgbClr val="FFF0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手机"/>
            <p:cNvSpPr/>
            <p:nvPr/>
          </p:nvSpPr>
          <p:spPr>
            <a:xfrm>
              <a:off x="4689475" y="887412"/>
              <a:ext cx="2813050" cy="5083175"/>
            </a:xfrm>
            <a:custGeom>
              <a:avLst/>
              <a:gdLst>
                <a:gd name="connsiteX0" fmla="*/ 1404156 w 2808312"/>
                <a:gd name="connsiteY0" fmla="*/ 4748597 h 5078692"/>
                <a:gd name="connsiteX1" fmla="*/ 1260140 w 2808312"/>
                <a:gd name="connsiteY1" fmla="*/ 4892613 h 5078692"/>
                <a:gd name="connsiteX2" fmla="*/ 1404156 w 2808312"/>
                <a:gd name="connsiteY2" fmla="*/ 5036629 h 5078692"/>
                <a:gd name="connsiteX3" fmla="*/ 1548172 w 2808312"/>
                <a:gd name="connsiteY3" fmla="*/ 4892613 h 5078692"/>
                <a:gd name="connsiteX4" fmla="*/ 1404156 w 2808312"/>
                <a:gd name="connsiteY4" fmla="*/ 4748597 h 5078692"/>
                <a:gd name="connsiteX5" fmla="*/ 54156 w 2808312"/>
                <a:gd name="connsiteY5" fmla="*/ 372159 h 5078692"/>
                <a:gd name="connsiteX6" fmla="*/ 54156 w 2808312"/>
                <a:gd name="connsiteY6" fmla="*/ 4706534 h 5078692"/>
                <a:gd name="connsiteX7" fmla="*/ 2754156 w 2808312"/>
                <a:gd name="connsiteY7" fmla="*/ 4706534 h 5078692"/>
                <a:gd name="connsiteX8" fmla="*/ 2754156 w 2808312"/>
                <a:gd name="connsiteY8" fmla="*/ 372159 h 5078692"/>
                <a:gd name="connsiteX9" fmla="*/ 1158156 w 2808312"/>
                <a:gd name="connsiteY9" fmla="*/ 168079 h 5078692"/>
                <a:gd name="connsiteX10" fmla="*/ 1152156 w 2808312"/>
                <a:gd name="connsiteY10" fmla="*/ 174079 h 5078692"/>
                <a:gd name="connsiteX11" fmla="*/ 1152156 w 2808312"/>
                <a:gd name="connsiteY11" fmla="*/ 198079 h 5078692"/>
                <a:gd name="connsiteX12" fmla="*/ 1158156 w 2808312"/>
                <a:gd name="connsiteY12" fmla="*/ 204079 h 5078692"/>
                <a:gd name="connsiteX13" fmla="*/ 1650156 w 2808312"/>
                <a:gd name="connsiteY13" fmla="*/ 204079 h 5078692"/>
                <a:gd name="connsiteX14" fmla="*/ 1656156 w 2808312"/>
                <a:gd name="connsiteY14" fmla="*/ 198079 h 5078692"/>
                <a:gd name="connsiteX15" fmla="*/ 1656156 w 2808312"/>
                <a:gd name="connsiteY15" fmla="*/ 174079 h 5078692"/>
                <a:gd name="connsiteX16" fmla="*/ 1650156 w 2808312"/>
                <a:gd name="connsiteY16" fmla="*/ 168079 h 5078692"/>
                <a:gd name="connsiteX17" fmla="*/ 319782 w 2808312"/>
                <a:gd name="connsiteY17" fmla="*/ 0 h 5078692"/>
                <a:gd name="connsiteX18" fmla="*/ 2488530 w 2808312"/>
                <a:gd name="connsiteY18" fmla="*/ 0 h 5078692"/>
                <a:gd name="connsiteX19" fmla="*/ 2808312 w 2808312"/>
                <a:gd name="connsiteY19" fmla="*/ 319782 h 5078692"/>
                <a:gd name="connsiteX20" fmla="*/ 2808312 w 2808312"/>
                <a:gd name="connsiteY20" fmla="*/ 4758910 h 5078692"/>
                <a:gd name="connsiteX21" fmla="*/ 2488530 w 2808312"/>
                <a:gd name="connsiteY21" fmla="*/ 5078692 h 5078692"/>
                <a:gd name="connsiteX22" fmla="*/ 319782 w 2808312"/>
                <a:gd name="connsiteY22" fmla="*/ 5078692 h 5078692"/>
                <a:gd name="connsiteX23" fmla="*/ 0 w 2808312"/>
                <a:gd name="connsiteY23" fmla="*/ 4758910 h 5078692"/>
                <a:gd name="connsiteX24" fmla="*/ 0 w 2808312"/>
                <a:gd name="connsiteY24" fmla="*/ 319782 h 5078692"/>
                <a:gd name="connsiteX25" fmla="*/ 319782 w 2808312"/>
                <a:gd name="connsiteY25" fmla="*/ 0 h 507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08312" h="5078692">
                  <a:moveTo>
                    <a:pt x="1404156" y="4748597"/>
                  </a:moveTo>
                  <a:cubicBezTo>
                    <a:pt x="1324618" y="4748597"/>
                    <a:pt x="1260140" y="4813075"/>
                    <a:pt x="1260140" y="4892613"/>
                  </a:cubicBezTo>
                  <a:cubicBezTo>
                    <a:pt x="1260140" y="4972151"/>
                    <a:pt x="1324618" y="5036629"/>
                    <a:pt x="1404156" y="5036629"/>
                  </a:cubicBezTo>
                  <a:cubicBezTo>
                    <a:pt x="1483694" y="5036629"/>
                    <a:pt x="1548172" y="4972151"/>
                    <a:pt x="1548172" y="4892613"/>
                  </a:cubicBezTo>
                  <a:cubicBezTo>
                    <a:pt x="1548172" y="4813075"/>
                    <a:pt x="1483694" y="4748597"/>
                    <a:pt x="1404156" y="4748597"/>
                  </a:cubicBezTo>
                  <a:close/>
                  <a:moveTo>
                    <a:pt x="54156" y="372159"/>
                  </a:moveTo>
                  <a:lnTo>
                    <a:pt x="54156" y="4706534"/>
                  </a:lnTo>
                  <a:lnTo>
                    <a:pt x="2754156" y="4706534"/>
                  </a:lnTo>
                  <a:lnTo>
                    <a:pt x="2754156" y="372159"/>
                  </a:lnTo>
                  <a:close/>
                  <a:moveTo>
                    <a:pt x="1158156" y="168079"/>
                  </a:moveTo>
                  <a:cubicBezTo>
                    <a:pt x="1154842" y="168079"/>
                    <a:pt x="1152156" y="170765"/>
                    <a:pt x="1152156" y="174079"/>
                  </a:cubicBezTo>
                  <a:lnTo>
                    <a:pt x="1152156" y="198079"/>
                  </a:lnTo>
                  <a:cubicBezTo>
                    <a:pt x="1152156" y="201393"/>
                    <a:pt x="1154842" y="204079"/>
                    <a:pt x="1158156" y="204079"/>
                  </a:cubicBezTo>
                  <a:lnTo>
                    <a:pt x="1650156" y="204079"/>
                  </a:lnTo>
                  <a:cubicBezTo>
                    <a:pt x="1653470" y="204079"/>
                    <a:pt x="1656156" y="201393"/>
                    <a:pt x="1656156" y="198079"/>
                  </a:cubicBezTo>
                  <a:lnTo>
                    <a:pt x="1656156" y="174079"/>
                  </a:lnTo>
                  <a:cubicBezTo>
                    <a:pt x="1656156" y="170765"/>
                    <a:pt x="1653470" y="168079"/>
                    <a:pt x="1650156" y="168079"/>
                  </a:cubicBezTo>
                  <a:close/>
                  <a:moveTo>
                    <a:pt x="319782" y="0"/>
                  </a:moveTo>
                  <a:lnTo>
                    <a:pt x="2488530" y="0"/>
                  </a:lnTo>
                  <a:cubicBezTo>
                    <a:pt x="2665141" y="0"/>
                    <a:pt x="2808312" y="143171"/>
                    <a:pt x="2808312" y="319782"/>
                  </a:cubicBezTo>
                  <a:lnTo>
                    <a:pt x="2808312" y="4758910"/>
                  </a:lnTo>
                  <a:cubicBezTo>
                    <a:pt x="2808312" y="4935521"/>
                    <a:pt x="2665141" y="5078692"/>
                    <a:pt x="2488530" y="5078692"/>
                  </a:cubicBezTo>
                  <a:lnTo>
                    <a:pt x="319782" y="5078692"/>
                  </a:lnTo>
                  <a:cubicBezTo>
                    <a:pt x="143171" y="5078692"/>
                    <a:pt x="0" y="4935521"/>
                    <a:pt x="0" y="4758910"/>
                  </a:cubicBezTo>
                  <a:lnTo>
                    <a:pt x="0" y="319782"/>
                  </a:lnTo>
                  <a:cubicBezTo>
                    <a:pt x="0" y="143171"/>
                    <a:pt x="143171" y="0"/>
                    <a:pt x="319782" y="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32" y="1821292"/>
            <a:ext cx="2481513" cy="4173692"/>
          </a:xfrm>
          <a:prstGeom prst="rect">
            <a:avLst/>
          </a:prstGeom>
        </p:spPr>
      </p:pic>
      <p:sp>
        <p:nvSpPr>
          <p:cNvPr id="21" name="文本框 4"/>
          <p:cNvSpPr txBox="1">
            <a:spLocks noChangeArrowheads="1"/>
          </p:cNvSpPr>
          <p:nvPr/>
        </p:nvSpPr>
        <p:spPr bwMode="auto">
          <a:xfrm>
            <a:off x="3507747" y="3167528"/>
            <a:ext cx="4477508" cy="646331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② 结合孩子近期学情</a:t>
            </a:r>
            <a:endParaRPr lang="en-US" altLang="zh-CN" dirty="0"/>
          </a:p>
        </p:txBody>
      </p:sp>
      <p:sp>
        <p:nvSpPr>
          <p:cNvPr id="22" name="文本框 4"/>
          <p:cNvSpPr txBox="1">
            <a:spLocks noChangeArrowheads="1"/>
          </p:cNvSpPr>
          <p:nvPr/>
        </p:nvSpPr>
        <p:spPr bwMode="auto">
          <a:xfrm>
            <a:off x="3507747" y="4399601"/>
            <a:ext cx="4015843" cy="646331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③ 回顾初心做规划</a:t>
            </a:r>
            <a:endParaRPr lang="en-US" altLang="zh-CN" dirty="0"/>
          </a:p>
        </p:txBody>
      </p:sp>
      <p:sp>
        <p:nvSpPr>
          <p:cNvPr id="23" name="文本框 4"/>
          <p:cNvSpPr txBox="1">
            <a:spLocks noChangeArrowheads="1"/>
          </p:cNvSpPr>
          <p:nvPr/>
        </p:nvSpPr>
        <p:spPr bwMode="auto">
          <a:xfrm>
            <a:off x="3507747" y="5671818"/>
            <a:ext cx="4339650" cy="646331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④ 按照规划推加购</a:t>
            </a:r>
            <a:r>
              <a:rPr lang="en-US" altLang="zh-CN" dirty="0" smtClean="0"/>
              <a:t>X</a:t>
            </a:r>
            <a:endParaRPr lang="en-US" altLang="zh-CN" dirty="0"/>
          </a:p>
        </p:txBody>
      </p:sp>
      <p:sp>
        <p:nvSpPr>
          <p:cNvPr id="24" name="文本框 4"/>
          <p:cNvSpPr txBox="1">
            <a:spLocks noChangeArrowheads="1"/>
          </p:cNvSpPr>
          <p:nvPr/>
        </p:nvSpPr>
        <p:spPr bwMode="auto">
          <a:xfrm>
            <a:off x="9152286" y="1386550"/>
            <a:ext cx="1620957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整体表扬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4"/>
          <p:cNvSpPr txBox="1">
            <a:spLocks noChangeArrowheads="1"/>
          </p:cNvSpPr>
          <p:nvPr/>
        </p:nvSpPr>
        <p:spPr bwMode="auto">
          <a:xfrm>
            <a:off x="9152286" y="1901752"/>
            <a:ext cx="1620957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列举细节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4"/>
          <p:cNvSpPr txBox="1">
            <a:spLocks noChangeArrowheads="1"/>
          </p:cNvSpPr>
          <p:nvPr/>
        </p:nvSpPr>
        <p:spPr bwMode="auto">
          <a:xfrm>
            <a:off x="9152286" y="2419662"/>
            <a:ext cx="1620957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对比效果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/>
          <p:cNvCxnSpPr>
            <a:stCxn id="14" idx="3"/>
            <a:endCxn id="24" idx="1"/>
          </p:cNvCxnSpPr>
          <p:nvPr/>
        </p:nvCxnSpPr>
        <p:spPr>
          <a:xfrm flipV="1">
            <a:off x="7985255" y="1648160"/>
            <a:ext cx="1167031" cy="615643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4" idx="3"/>
            <a:endCxn id="25" idx="1"/>
          </p:cNvCxnSpPr>
          <p:nvPr/>
        </p:nvCxnSpPr>
        <p:spPr>
          <a:xfrm flipV="1">
            <a:off x="7985255" y="2163362"/>
            <a:ext cx="1167031" cy="100441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4" idx="3"/>
            <a:endCxn id="26" idx="1"/>
          </p:cNvCxnSpPr>
          <p:nvPr/>
        </p:nvCxnSpPr>
        <p:spPr>
          <a:xfrm>
            <a:off x="7985255" y="2263803"/>
            <a:ext cx="1167031" cy="417469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4"/>
          <p:cNvSpPr txBox="1">
            <a:spLocks noChangeArrowheads="1"/>
          </p:cNvSpPr>
          <p:nvPr/>
        </p:nvSpPr>
        <p:spPr bwMode="auto">
          <a:xfrm>
            <a:off x="9152286" y="3223949"/>
            <a:ext cx="1620957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效果外化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箭头连接符 35"/>
          <p:cNvCxnSpPr>
            <a:stCxn id="21" idx="3"/>
            <a:endCxn id="35" idx="1"/>
          </p:cNvCxnSpPr>
          <p:nvPr/>
        </p:nvCxnSpPr>
        <p:spPr>
          <a:xfrm flipV="1">
            <a:off x="7985255" y="3485559"/>
            <a:ext cx="1167031" cy="5135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4"/>
          <p:cNvSpPr txBox="1">
            <a:spLocks noChangeArrowheads="1"/>
          </p:cNvSpPr>
          <p:nvPr/>
        </p:nvSpPr>
        <p:spPr bwMode="auto">
          <a:xfrm>
            <a:off x="9152288" y="4006219"/>
            <a:ext cx="1620957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回顾目标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箭头连接符 39"/>
          <p:cNvCxnSpPr>
            <a:stCxn id="22" idx="3"/>
            <a:endCxn id="39" idx="1"/>
          </p:cNvCxnSpPr>
          <p:nvPr/>
        </p:nvCxnSpPr>
        <p:spPr>
          <a:xfrm flipV="1">
            <a:off x="7523590" y="4267829"/>
            <a:ext cx="1628698" cy="454938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"/>
          <p:cNvSpPr txBox="1">
            <a:spLocks noChangeArrowheads="1"/>
          </p:cNvSpPr>
          <p:nvPr/>
        </p:nvSpPr>
        <p:spPr bwMode="auto">
          <a:xfrm>
            <a:off x="9152287" y="4518139"/>
            <a:ext cx="1620957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目标能力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>
            <a:stCxn id="22" idx="3"/>
            <a:endCxn id="45" idx="1"/>
          </p:cNvCxnSpPr>
          <p:nvPr/>
        </p:nvCxnSpPr>
        <p:spPr>
          <a:xfrm>
            <a:off x="7523590" y="4722767"/>
            <a:ext cx="1628697" cy="56982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"/>
          <p:cNvSpPr txBox="1">
            <a:spLocks noChangeArrowheads="1"/>
          </p:cNvSpPr>
          <p:nvPr/>
        </p:nvSpPr>
        <p:spPr bwMode="auto">
          <a:xfrm>
            <a:off x="9152287" y="5049108"/>
            <a:ext cx="1620957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课程搭配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箭头连接符 50"/>
          <p:cNvCxnSpPr>
            <a:stCxn id="22" idx="3"/>
            <a:endCxn id="50" idx="1"/>
          </p:cNvCxnSpPr>
          <p:nvPr/>
        </p:nvCxnSpPr>
        <p:spPr>
          <a:xfrm>
            <a:off x="7523590" y="4722767"/>
            <a:ext cx="1628697" cy="587951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4"/>
          <p:cNvSpPr txBox="1">
            <a:spLocks noChangeArrowheads="1"/>
          </p:cNvSpPr>
          <p:nvPr/>
        </p:nvSpPr>
        <p:spPr bwMode="auto">
          <a:xfrm>
            <a:off x="9152286" y="5759321"/>
            <a:ext cx="1980029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计算课时差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4"/>
          <p:cNvSpPr txBox="1">
            <a:spLocks noChangeArrowheads="1"/>
          </p:cNvSpPr>
          <p:nvPr/>
        </p:nvSpPr>
        <p:spPr bwMode="auto">
          <a:xfrm>
            <a:off x="9152285" y="6271001"/>
            <a:ext cx="1851789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推荐加购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  <p:cxnSp>
        <p:nvCxnSpPr>
          <p:cNvPr id="69" name="直接箭头连接符 68"/>
          <p:cNvCxnSpPr>
            <a:stCxn id="23" idx="3"/>
            <a:endCxn id="67" idx="1"/>
          </p:cNvCxnSpPr>
          <p:nvPr/>
        </p:nvCxnSpPr>
        <p:spPr>
          <a:xfrm>
            <a:off x="7847397" y="5994984"/>
            <a:ext cx="1304889" cy="25947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23" idx="3"/>
            <a:endCxn id="68" idx="1"/>
          </p:cNvCxnSpPr>
          <p:nvPr/>
        </p:nvCxnSpPr>
        <p:spPr>
          <a:xfrm>
            <a:off x="7847397" y="5994984"/>
            <a:ext cx="1304888" cy="537627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76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5" grpId="0" animBg="1"/>
      <p:bldP spid="39" grpId="0" animBg="1"/>
      <p:bldP spid="45" grpId="0" animBg="1"/>
      <p:bldP spid="50" grpId="0" animBg="1"/>
      <p:bldP spid="67" grpId="0" animBg="1"/>
      <p:bldP spid="6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11" name="矩形 10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——2.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打反馈电话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474489" y="1500129"/>
            <a:ext cx="4477508" cy="646331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反馈本次口测情况</a:t>
            </a:r>
            <a:endParaRPr lang="en-US" altLang="zh-CN" sz="36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4"/>
          <p:cNvSpPr txBox="1">
            <a:spLocks noChangeArrowheads="1"/>
          </p:cNvSpPr>
          <p:nvPr/>
        </p:nvSpPr>
        <p:spPr bwMode="auto">
          <a:xfrm>
            <a:off x="4983839" y="1561684"/>
            <a:ext cx="39713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口测情况参考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Part1 &amp; 2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4"/>
          <p:cNvSpPr txBox="1">
            <a:spLocks noChangeArrowheads="1"/>
          </p:cNvSpPr>
          <p:nvPr/>
        </p:nvSpPr>
        <p:spPr bwMode="auto">
          <a:xfrm>
            <a:off x="474489" y="2280512"/>
            <a:ext cx="832267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首先整体表扬孩子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 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妈妈，给您反馈下孩子的口语测试情况。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整理上来说，孩子还是比较不错的。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列举孩子的亮点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单词朗读发音非常漂亮，比如说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how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night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等词，孩子发音时嘴巴张的很大，所以发音很饱满，听起来很地道。自然拼读部分，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/>
          <a:srcRect t="60507"/>
          <a:stretch/>
        </p:blipFill>
        <p:spPr>
          <a:xfrm>
            <a:off x="8987026" y="2998786"/>
            <a:ext cx="2900174" cy="110197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4"/>
          <a:srcRect b="39233"/>
          <a:stretch/>
        </p:blipFill>
        <p:spPr>
          <a:xfrm>
            <a:off x="8987026" y="1445100"/>
            <a:ext cx="2900174" cy="169557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27" name="文本框 4"/>
          <p:cNvSpPr txBox="1">
            <a:spLocks noChangeArrowheads="1"/>
          </p:cNvSpPr>
          <p:nvPr/>
        </p:nvSpPr>
        <p:spPr bwMode="auto">
          <a:xfrm>
            <a:off x="474488" y="4456941"/>
            <a:ext cx="11412711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元音部分是读的很准确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整句输出方面，孩子可以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；自信度上，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…..</a:t>
            </a:r>
          </a:p>
          <a:p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指出需要提高的地方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自然拼读部分，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有部分辅音读的比较重，比如说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里的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，读成了“特”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8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作纵向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横向对比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（纵向对比）尤其是元音部分，孩子的进步是最大的，还记得之前孩子读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apple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的时候总是读成“诶破”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57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672"/>
            <a:ext cx="12170168" cy="464832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11" name="矩形 10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——2.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打反馈电话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474489" y="1437217"/>
            <a:ext cx="4477508" cy="646331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② 结合孩子近期学情</a:t>
            </a:r>
            <a:endParaRPr lang="en-US" altLang="zh-CN" dirty="0"/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474489" y="2368519"/>
            <a:ext cx="7963658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利用魔镜系统做学习效果外化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 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妈妈，正好我也通过魔镜大数据系统看了孩子的最近学习情况，目前孩子的上课输出率是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45%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，超过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86%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的学员，过去三个月平均效果，系统评定的是</a:t>
            </a:r>
            <a:r>
              <a:rPr lang="zh-CN" altLang="en-US" sz="28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杰出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呢！这个学习效果，肯定离不开孩子好的学习习惯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孩子平时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</a:p>
          <a:p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挖掘需求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我记得孩子是从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年级开始学英语的对吧？最近在学校里考试怎么样呢？主要丢分在哪些地方呢？孩子目前需要提高的地方是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16" name="文本框 4"/>
          <p:cNvSpPr txBox="1">
            <a:spLocks noChangeArrowheads="1"/>
          </p:cNvSpPr>
          <p:nvPr/>
        </p:nvSpPr>
        <p:spPr bwMode="auto">
          <a:xfrm>
            <a:off x="4951997" y="1498772"/>
            <a:ext cx="45512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趁热打铁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学习效果外化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907" y="2503256"/>
            <a:ext cx="3504293" cy="315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8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11" name="矩形 10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——2.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打反馈电话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521339" y="1399438"/>
            <a:ext cx="4015843" cy="646331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③ 回顾初心做规划</a:t>
            </a:r>
            <a:endParaRPr lang="en-US" altLang="zh-CN" dirty="0"/>
          </a:p>
        </p:txBody>
      </p:sp>
      <p:sp>
        <p:nvSpPr>
          <p:cNvPr id="15" name="文本框 4"/>
          <p:cNvSpPr txBox="1">
            <a:spLocks noChangeArrowheads="1"/>
          </p:cNvSpPr>
          <p:nvPr/>
        </p:nvSpPr>
        <p:spPr bwMode="auto">
          <a:xfrm>
            <a:off x="521339" y="2248515"/>
            <a:ext cx="1120544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洗理念</a:t>
            </a:r>
            <a:r>
              <a:rPr lang="en-US" altLang="zh-CN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嗯，咱们让孩子学习，无外乎都是希望孩子能学好，能够流利沟通，您说对吧？学习语言的关键，就在于高频的有效输入。就像学习汉语一样，在开口讲第一个词之前，孩子每天都在大量的听周围的人在讲什么，重复听到足够多的时候，才开始模仿出第一个词，随着词汇的积累，开始能说第一个句子。学英语也是一样的，孩子目前处在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 1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，需要继续保持大量的输入，才能有一定量的输出。学习语言，都会经历沉默期，语法干扰期，学术提高期，曲线上升期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</a:t>
            </a:r>
          </a:p>
          <a:p>
            <a:r>
              <a:rPr lang="en-US" altLang="zh-CN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告知达到目标所需要的能力</a:t>
            </a:r>
            <a:r>
              <a:rPr lang="en-US" altLang="zh-CN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咱们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宝贝如果想要能够流利用英语来对话，突破沉默期，与人简单的初步沟通的话，积极词汇量应该至少在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词左右，初步流利沟通得要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词左右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新课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标大纲里写的是小学毕业生英语词汇量是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600-700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左右，但是如果咱们孩子想要考一个好点的初衷，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600-700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词的积累量，竞争力还是弱了些。像一些重点学校，出题的难度至少会高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10-15%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左右，所以至少咱们孩子掌握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词左右。而且，搭配自然拼读，新概念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可以帮助孩子</a:t>
            </a:r>
            <a:r>
              <a:rPr lang="en-US" altLang="zh-CN" sz="24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  <a:endParaRPr lang="en-US" altLang="zh-CN" sz="24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182" y="1196692"/>
            <a:ext cx="1149384" cy="114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11" name="矩形 10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8"/>
            <p:cNvSpPr txBox="1"/>
            <p:nvPr/>
          </p:nvSpPr>
          <p:spPr>
            <a:xfrm>
              <a:off x="1519518" y="395580"/>
              <a:ext cx="103676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口测后需要做什么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？</a:t>
              </a:r>
              <a:r>
                <a:rPr lang="en-US" altLang="zh-CN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——2.</a:t>
              </a:r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打反馈电话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521339" y="1425995"/>
            <a:ext cx="4015843" cy="646331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④ 该出手时就推单</a:t>
            </a:r>
            <a:endParaRPr lang="en-US" altLang="zh-CN" dirty="0"/>
          </a:p>
        </p:txBody>
      </p:sp>
      <p:sp>
        <p:nvSpPr>
          <p:cNvPr id="8" name="文本框 4"/>
          <p:cNvSpPr txBox="1">
            <a:spLocks noChangeArrowheads="1"/>
          </p:cNvSpPr>
          <p:nvPr/>
        </p:nvSpPr>
        <p:spPr bwMode="auto">
          <a:xfrm>
            <a:off x="521339" y="2650876"/>
            <a:ext cx="615217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课时计算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所以接下来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Level2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Level3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的主修课，自然拼读专业课，新概念，咱们还得再努力个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480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节外教课呢。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521339" y="4679804"/>
            <a:ext cx="615217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结合开学季活动！推单！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正好咱们现在开学季</a:t>
            </a:r>
            <a:r>
              <a:rPr lang="en-US" altLang="zh-CN" sz="28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  <a:endParaRPr lang="en-US" altLang="zh-CN" sz="2800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903" y="1313699"/>
            <a:ext cx="3053976" cy="543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4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apezoid 8"/>
          <p:cNvSpPr/>
          <p:nvPr/>
        </p:nvSpPr>
        <p:spPr>
          <a:xfrm rot="16200000">
            <a:off x="2453955" y="3324370"/>
            <a:ext cx="975866" cy="161358"/>
          </a:xfrm>
          <a:prstGeom prst="trapezoid">
            <a:avLst>
              <a:gd name="adj" fmla="val 69837"/>
            </a:avLst>
          </a:prstGeom>
          <a:solidFill>
            <a:schemeClr val="accent3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2861206" y="2959978"/>
            <a:ext cx="8811682" cy="852211"/>
          </a:xfrm>
          <a:prstGeom prst="homePlate">
            <a:avLst>
              <a:gd name="adj" fmla="val 36274"/>
            </a:avLst>
          </a:prstGeom>
          <a:solidFill>
            <a:srgbClr val="0099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8"/>
          <p:cNvSpPr txBox="1"/>
          <p:nvPr/>
        </p:nvSpPr>
        <p:spPr>
          <a:xfrm>
            <a:off x="2976175" y="3001473"/>
            <a:ext cx="540392" cy="76944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1113"/>
          <p:cNvSpPr/>
          <p:nvPr/>
        </p:nvSpPr>
        <p:spPr>
          <a:xfrm>
            <a:off x="4569610" y="3026758"/>
            <a:ext cx="62396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口测必备工具</a:t>
            </a:r>
            <a:endParaRPr lang="en-GB" altLang="zh-C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2" r="15926"/>
          <a:stretch/>
        </p:blipFill>
        <p:spPr>
          <a:xfrm>
            <a:off x="769327" y="1850563"/>
            <a:ext cx="2077672" cy="3071041"/>
          </a:xfrm>
          <a:prstGeom prst="rect">
            <a:avLst/>
          </a:prstGeom>
        </p:spPr>
      </p:pic>
      <p:sp>
        <p:nvSpPr>
          <p:cNvPr id="44" name="Freeform 33"/>
          <p:cNvSpPr>
            <a:spLocks noEditPoints="1"/>
          </p:cNvSpPr>
          <p:nvPr/>
        </p:nvSpPr>
        <p:spPr bwMode="auto">
          <a:xfrm>
            <a:off x="3705994" y="3067852"/>
            <a:ext cx="551682" cy="623927"/>
          </a:xfrm>
          <a:custGeom>
            <a:avLst/>
            <a:gdLst>
              <a:gd name="T0" fmla="*/ 20 w 78"/>
              <a:gd name="T1" fmla="*/ 7 h 88"/>
              <a:gd name="T2" fmla="*/ 20 w 78"/>
              <a:gd name="T3" fmla="*/ 11 h 88"/>
              <a:gd name="T4" fmla="*/ 5 w 78"/>
              <a:gd name="T5" fmla="*/ 6 h 88"/>
              <a:gd name="T6" fmla="*/ 1 w 78"/>
              <a:gd name="T7" fmla="*/ 8 h 88"/>
              <a:gd name="T8" fmla="*/ 0 w 78"/>
              <a:gd name="T9" fmla="*/ 20 h 88"/>
              <a:gd name="T10" fmla="*/ 3 w 78"/>
              <a:gd name="T11" fmla="*/ 38 h 88"/>
              <a:gd name="T12" fmla="*/ 17 w 78"/>
              <a:gd name="T13" fmla="*/ 49 h 88"/>
              <a:gd name="T14" fmla="*/ 20 w 78"/>
              <a:gd name="T15" fmla="*/ 50 h 88"/>
              <a:gd name="T16" fmla="*/ 20 w 78"/>
              <a:gd name="T17" fmla="*/ 49 h 88"/>
              <a:gd name="T18" fmla="*/ 31 w 78"/>
              <a:gd name="T19" fmla="*/ 52 h 88"/>
              <a:gd name="T20" fmla="*/ 31 w 78"/>
              <a:gd name="T21" fmla="*/ 64 h 88"/>
              <a:gd name="T22" fmla="*/ 27 w 78"/>
              <a:gd name="T23" fmla="*/ 64 h 88"/>
              <a:gd name="T24" fmla="*/ 27 w 78"/>
              <a:gd name="T25" fmla="*/ 68 h 88"/>
              <a:gd name="T26" fmla="*/ 15 w 78"/>
              <a:gd name="T27" fmla="*/ 68 h 88"/>
              <a:gd name="T28" fmla="*/ 15 w 78"/>
              <a:gd name="T29" fmla="*/ 88 h 88"/>
              <a:gd name="T30" fmla="*/ 64 w 78"/>
              <a:gd name="T31" fmla="*/ 88 h 88"/>
              <a:gd name="T32" fmla="*/ 64 w 78"/>
              <a:gd name="T33" fmla="*/ 68 h 88"/>
              <a:gd name="T34" fmla="*/ 52 w 78"/>
              <a:gd name="T35" fmla="*/ 68 h 88"/>
              <a:gd name="T36" fmla="*/ 52 w 78"/>
              <a:gd name="T37" fmla="*/ 64 h 88"/>
              <a:gd name="T38" fmla="*/ 47 w 78"/>
              <a:gd name="T39" fmla="*/ 64 h 88"/>
              <a:gd name="T40" fmla="*/ 47 w 78"/>
              <a:gd name="T41" fmla="*/ 52 h 88"/>
              <a:gd name="T42" fmla="*/ 58 w 78"/>
              <a:gd name="T43" fmla="*/ 49 h 88"/>
              <a:gd name="T44" fmla="*/ 58 w 78"/>
              <a:gd name="T45" fmla="*/ 50 h 88"/>
              <a:gd name="T46" fmla="*/ 61 w 78"/>
              <a:gd name="T47" fmla="*/ 49 h 88"/>
              <a:gd name="T48" fmla="*/ 75 w 78"/>
              <a:gd name="T49" fmla="*/ 38 h 88"/>
              <a:gd name="T50" fmla="*/ 78 w 78"/>
              <a:gd name="T51" fmla="*/ 20 h 88"/>
              <a:gd name="T52" fmla="*/ 77 w 78"/>
              <a:gd name="T53" fmla="*/ 8 h 88"/>
              <a:gd name="T54" fmla="*/ 73 w 78"/>
              <a:gd name="T55" fmla="*/ 6 h 88"/>
              <a:gd name="T56" fmla="*/ 58 w 78"/>
              <a:gd name="T57" fmla="*/ 11 h 88"/>
              <a:gd name="T58" fmla="*/ 58 w 78"/>
              <a:gd name="T59" fmla="*/ 7 h 88"/>
              <a:gd name="T60" fmla="*/ 60 w 78"/>
              <a:gd name="T61" fmla="*/ 7 h 88"/>
              <a:gd name="T62" fmla="*/ 60 w 78"/>
              <a:gd name="T63" fmla="*/ 0 h 88"/>
              <a:gd name="T64" fmla="*/ 17 w 78"/>
              <a:gd name="T65" fmla="*/ 0 h 88"/>
              <a:gd name="T66" fmla="*/ 17 w 78"/>
              <a:gd name="T67" fmla="*/ 7 h 88"/>
              <a:gd name="T68" fmla="*/ 20 w 78"/>
              <a:gd name="T69" fmla="*/ 7 h 88"/>
              <a:gd name="T70" fmla="*/ 63 w 78"/>
              <a:gd name="T71" fmla="*/ 42 h 88"/>
              <a:gd name="T72" fmla="*/ 59 w 78"/>
              <a:gd name="T73" fmla="*/ 20 h 88"/>
              <a:gd name="T74" fmla="*/ 61 w 78"/>
              <a:gd name="T75" fmla="*/ 22 h 88"/>
              <a:gd name="T76" fmla="*/ 66 w 78"/>
              <a:gd name="T77" fmla="*/ 18 h 88"/>
              <a:gd name="T78" fmla="*/ 64 w 78"/>
              <a:gd name="T79" fmla="*/ 16 h 88"/>
              <a:gd name="T80" fmla="*/ 71 w 78"/>
              <a:gd name="T81" fmla="*/ 13 h 88"/>
              <a:gd name="T82" fmla="*/ 72 w 78"/>
              <a:gd name="T83" fmla="*/ 20 h 88"/>
              <a:gd name="T84" fmla="*/ 69 w 78"/>
              <a:gd name="T85" fmla="*/ 36 h 88"/>
              <a:gd name="T86" fmla="*/ 63 w 78"/>
              <a:gd name="T87" fmla="*/ 42 h 88"/>
              <a:gd name="T88" fmla="*/ 19 w 78"/>
              <a:gd name="T89" fmla="*/ 20 h 88"/>
              <a:gd name="T90" fmla="*/ 15 w 78"/>
              <a:gd name="T91" fmla="*/ 42 h 88"/>
              <a:gd name="T92" fmla="*/ 9 w 78"/>
              <a:gd name="T93" fmla="*/ 36 h 88"/>
              <a:gd name="T94" fmla="*/ 6 w 78"/>
              <a:gd name="T95" fmla="*/ 20 h 88"/>
              <a:gd name="T96" fmla="*/ 7 w 78"/>
              <a:gd name="T97" fmla="*/ 13 h 88"/>
              <a:gd name="T98" fmla="*/ 14 w 78"/>
              <a:gd name="T99" fmla="*/ 16 h 88"/>
              <a:gd name="T100" fmla="*/ 12 w 78"/>
              <a:gd name="T101" fmla="*/ 18 h 88"/>
              <a:gd name="T102" fmla="*/ 17 w 78"/>
              <a:gd name="T103" fmla="*/ 22 h 88"/>
              <a:gd name="T104" fmla="*/ 19 w 78"/>
              <a:gd name="T105" fmla="*/ 20 h 88"/>
              <a:gd name="T106" fmla="*/ 32 w 78"/>
              <a:gd name="T107" fmla="*/ 10 h 88"/>
              <a:gd name="T108" fmla="*/ 32 w 78"/>
              <a:gd name="T109" fmla="*/ 45 h 88"/>
              <a:gd name="T110" fmla="*/ 25 w 78"/>
              <a:gd name="T111" fmla="*/ 41 h 88"/>
              <a:gd name="T112" fmla="*/ 28 w 78"/>
              <a:gd name="T113" fmla="*/ 14 h 88"/>
              <a:gd name="T114" fmla="*/ 28 w 78"/>
              <a:gd name="T115" fmla="*/ 10 h 88"/>
              <a:gd name="T116" fmla="*/ 32 w 78"/>
              <a:gd name="T117" fmla="*/ 10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8" h="88">
                <a:moveTo>
                  <a:pt x="20" y="7"/>
                </a:moveTo>
                <a:cubicBezTo>
                  <a:pt x="20" y="8"/>
                  <a:pt x="21" y="10"/>
                  <a:pt x="20" y="11"/>
                </a:cubicBezTo>
                <a:cubicBezTo>
                  <a:pt x="5" y="6"/>
                  <a:pt x="5" y="6"/>
                  <a:pt x="5" y="6"/>
                </a:cubicBezTo>
                <a:cubicBezTo>
                  <a:pt x="1" y="8"/>
                  <a:pt x="1" y="8"/>
                  <a:pt x="1" y="8"/>
                </a:cubicBezTo>
                <a:cubicBezTo>
                  <a:pt x="0" y="11"/>
                  <a:pt x="0" y="16"/>
                  <a:pt x="0" y="20"/>
                </a:cubicBezTo>
                <a:cubicBezTo>
                  <a:pt x="0" y="26"/>
                  <a:pt x="1" y="33"/>
                  <a:pt x="3" y="38"/>
                </a:cubicBezTo>
                <a:cubicBezTo>
                  <a:pt x="6" y="44"/>
                  <a:pt x="10" y="48"/>
                  <a:pt x="17" y="49"/>
                </a:cubicBezTo>
                <a:cubicBezTo>
                  <a:pt x="18" y="50"/>
                  <a:pt x="19" y="50"/>
                  <a:pt x="20" y="50"/>
                </a:cubicBezTo>
                <a:cubicBezTo>
                  <a:pt x="20" y="49"/>
                  <a:pt x="20" y="49"/>
                  <a:pt x="20" y="49"/>
                </a:cubicBezTo>
                <a:cubicBezTo>
                  <a:pt x="22" y="51"/>
                  <a:pt x="26" y="52"/>
                  <a:pt x="31" y="52"/>
                </a:cubicBezTo>
                <a:cubicBezTo>
                  <a:pt x="31" y="64"/>
                  <a:pt x="31" y="64"/>
                  <a:pt x="31" y="64"/>
                </a:cubicBezTo>
                <a:cubicBezTo>
                  <a:pt x="27" y="64"/>
                  <a:pt x="27" y="64"/>
                  <a:pt x="27" y="64"/>
                </a:cubicBezTo>
                <a:cubicBezTo>
                  <a:pt x="27" y="68"/>
                  <a:pt x="27" y="68"/>
                  <a:pt x="27" y="68"/>
                </a:cubicBezTo>
                <a:cubicBezTo>
                  <a:pt x="15" y="68"/>
                  <a:pt x="15" y="68"/>
                  <a:pt x="15" y="68"/>
                </a:cubicBezTo>
                <a:cubicBezTo>
                  <a:pt x="15" y="88"/>
                  <a:pt x="15" y="88"/>
                  <a:pt x="15" y="88"/>
                </a:cubicBezTo>
                <a:cubicBezTo>
                  <a:pt x="64" y="88"/>
                  <a:pt x="64" y="88"/>
                  <a:pt x="64" y="88"/>
                </a:cubicBezTo>
                <a:cubicBezTo>
                  <a:pt x="64" y="68"/>
                  <a:pt x="64" y="68"/>
                  <a:pt x="64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4"/>
                  <a:pt x="52" y="64"/>
                  <a:pt x="52" y="64"/>
                </a:cubicBezTo>
                <a:cubicBezTo>
                  <a:pt x="47" y="64"/>
                  <a:pt x="47" y="64"/>
                  <a:pt x="47" y="64"/>
                </a:cubicBezTo>
                <a:cubicBezTo>
                  <a:pt x="47" y="52"/>
                  <a:pt x="47" y="52"/>
                  <a:pt x="47" y="52"/>
                </a:cubicBezTo>
                <a:cubicBezTo>
                  <a:pt x="52" y="52"/>
                  <a:pt x="56" y="51"/>
                  <a:pt x="58" y="49"/>
                </a:cubicBezTo>
                <a:cubicBezTo>
                  <a:pt x="58" y="50"/>
                  <a:pt x="58" y="50"/>
                  <a:pt x="58" y="50"/>
                </a:cubicBezTo>
                <a:cubicBezTo>
                  <a:pt x="59" y="50"/>
                  <a:pt x="60" y="50"/>
                  <a:pt x="61" y="49"/>
                </a:cubicBezTo>
                <a:cubicBezTo>
                  <a:pt x="68" y="48"/>
                  <a:pt x="72" y="44"/>
                  <a:pt x="75" y="38"/>
                </a:cubicBezTo>
                <a:cubicBezTo>
                  <a:pt x="77" y="33"/>
                  <a:pt x="78" y="26"/>
                  <a:pt x="78" y="20"/>
                </a:cubicBezTo>
                <a:cubicBezTo>
                  <a:pt x="78" y="16"/>
                  <a:pt x="78" y="11"/>
                  <a:pt x="77" y="8"/>
                </a:cubicBezTo>
                <a:cubicBezTo>
                  <a:pt x="73" y="6"/>
                  <a:pt x="73" y="6"/>
                  <a:pt x="73" y="6"/>
                </a:cubicBezTo>
                <a:cubicBezTo>
                  <a:pt x="58" y="11"/>
                  <a:pt x="58" y="11"/>
                  <a:pt x="58" y="11"/>
                </a:cubicBezTo>
                <a:cubicBezTo>
                  <a:pt x="57" y="10"/>
                  <a:pt x="58" y="8"/>
                  <a:pt x="58" y="7"/>
                </a:cubicBezTo>
                <a:cubicBezTo>
                  <a:pt x="60" y="7"/>
                  <a:pt x="60" y="7"/>
                  <a:pt x="60" y="7"/>
                </a:cubicBezTo>
                <a:cubicBezTo>
                  <a:pt x="60" y="0"/>
                  <a:pt x="60" y="0"/>
                  <a:pt x="6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7"/>
                  <a:pt x="17" y="7"/>
                  <a:pt x="17" y="7"/>
                </a:cubicBezTo>
                <a:cubicBezTo>
                  <a:pt x="20" y="7"/>
                  <a:pt x="20" y="7"/>
                  <a:pt x="20" y="7"/>
                </a:cubicBezTo>
                <a:close/>
                <a:moveTo>
                  <a:pt x="63" y="42"/>
                </a:moveTo>
                <a:cubicBezTo>
                  <a:pt x="64" y="36"/>
                  <a:pt x="60" y="28"/>
                  <a:pt x="59" y="20"/>
                </a:cubicBezTo>
                <a:cubicBezTo>
                  <a:pt x="61" y="22"/>
                  <a:pt x="61" y="22"/>
                  <a:pt x="61" y="22"/>
                </a:cubicBezTo>
                <a:cubicBezTo>
                  <a:pt x="66" y="18"/>
                  <a:pt x="66" y="18"/>
                  <a:pt x="66" y="18"/>
                </a:cubicBezTo>
                <a:cubicBezTo>
                  <a:pt x="64" y="16"/>
                  <a:pt x="64" y="16"/>
                  <a:pt x="64" y="16"/>
                </a:cubicBezTo>
                <a:cubicBezTo>
                  <a:pt x="71" y="13"/>
                  <a:pt x="71" y="13"/>
                  <a:pt x="71" y="13"/>
                </a:cubicBezTo>
                <a:cubicBezTo>
                  <a:pt x="72" y="15"/>
                  <a:pt x="72" y="18"/>
                  <a:pt x="72" y="20"/>
                </a:cubicBezTo>
                <a:cubicBezTo>
                  <a:pt x="71" y="26"/>
                  <a:pt x="71" y="31"/>
                  <a:pt x="69" y="36"/>
                </a:cubicBezTo>
                <a:cubicBezTo>
                  <a:pt x="67" y="39"/>
                  <a:pt x="65" y="41"/>
                  <a:pt x="63" y="42"/>
                </a:cubicBezTo>
                <a:close/>
                <a:moveTo>
                  <a:pt x="19" y="20"/>
                </a:moveTo>
                <a:cubicBezTo>
                  <a:pt x="17" y="28"/>
                  <a:pt x="14" y="36"/>
                  <a:pt x="15" y="42"/>
                </a:cubicBezTo>
                <a:cubicBezTo>
                  <a:pt x="13" y="41"/>
                  <a:pt x="11" y="39"/>
                  <a:pt x="9" y="36"/>
                </a:cubicBezTo>
                <a:cubicBezTo>
                  <a:pt x="7" y="31"/>
                  <a:pt x="6" y="26"/>
                  <a:pt x="6" y="20"/>
                </a:cubicBezTo>
                <a:cubicBezTo>
                  <a:pt x="6" y="18"/>
                  <a:pt x="6" y="15"/>
                  <a:pt x="7" y="13"/>
                </a:cubicBezTo>
                <a:cubicBezTo>
                  <a:pt x="14" y="16"/>
                  <a:pt x="14" y="16"/>
                  <a:pt x="14" y="16"/>
                </a:cubicBezTo>
                <a:cubicBezTo>
                  <a:pt x="12" y="18"/>
                  <a:pt x="12" y="18"/>
                  <a:pt x="12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0"/>
                  <a:pt x="19" y="20"/>
                  <a:pt x="19" y="20"/>
                </a:cubicBezTo>
                <a:close/>
                <a:moveTo>
                  <a:pt x="32" y="10"/>
                </a:moveTo>
                <a:cubicBezTo>
                  <a:pt x="32" y="45"/>
                  <a:pt x="32" y="45"/>
                  <a:pt x="32" y="45"/>
                </a:cubicBezTo>
                <a:cubicBezTo>
                  <a:pt x="32" y="45"/>
                  <a:pt x="27" y="45"/>
                  <a:pt x="25" y="41"/>
                </a:cubicBezTo>
                <a:cubicBezTo>
                  <a:pt x="24" y="37"/>
                  <a:pt x="28" y="16"/>
                  <a:pt x="28" y="14"/>
                </a:cubicBezTo>
                <a:cubicBezTo>
                  <a:pt x="28" y="13"/>
                  <a:pt x="28" y="10"/>
                  <a:pt x="28" y="10"/>
                </a:cubicBezTo>
                <a:lnTo>
                  <a:pt x="32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78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351134"/>
            <a:ext cx="12192000" cy="801112"/>
            <a:chOff x="0" y="351134"/>
            <a:chExt cx="12192000" cy="801112"/>
          </a:xfrm>
        </p:grpSpPr>
        <p:sp>
          <p:nvSpPr>
            <p:cNvPr id="28" name="矩形 27"/>
            <p:cNvSpPr/>
            <p:nvPr/>
          </p:nvSpPr>
          <p:spPr>
            <a:xfrm>
              <a:off x="0" y="351134"/>
              <a:ext cx="12192000" cy="80111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1519518" y="395580"/>
              <a:ext cx="92818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4000" b="1" spc="300">
                  <a:ln w="22225">
                    <a:solidFill>
                      <a:schemeClr val="tx1">
                        <a:lumMod val="85000"/>
                        <a:lumOff val="15000"/>
                        <a:alpha val="90000"/>
                      </a:schemeClr>
                    </a:solidFill>
                  </a:ln>
                  <a:solidFill>
                    <a:schemeClr val="bg1"/>
                  </a:solidFill>
                  <a:effectLst>
                    <a:glow>
                      <a:schemeClr val="accent1">
                        <a:alpha val="40000"/>
                      </a:schemeClr>
                    </a:glow>
                    <a:reflection stA="45000" endPos="20000" dist="508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 smtClean="0">
                  <a:ln w="22225">
                    <a:noFill/>
                  </a:ln>
                  <a:effectLst>
                    <a:glow>
                      <a:schemeClr val="accent1"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stA="45000" endPos="20000" dist="50800" dir="5400000" sy="-100000" algn="bl" rotWithShape="0"/>
                  </a:effectLst>
                </a:rPr>
                <a:t>口测必备工具</a:t>
              </a:r>
              <a:endParaRPr lang="zh-CN" altLang="en-US" dirty="0">
                <a:ln w="22225">
                  <a:noFill/>
                </a:ln>
                <a:effectLst>
                  <a:glow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stA="45000" endPos="20000" dist="50800" dir="5400000" sy="-100000" algn="bl" rotWithShape="0"/>
                </a:effectLst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89" y="351134"/>
              <a:ext cx="1005840" cy="801112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</p:grp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480329" y="1729813"/>
            <a:ext cx="9112250" cy="404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00B050"/>
                </a:solidFill>
                <a:latin typeface="微软雅黑" panose="020B0503020204020204" pitchFamily="34" charset="-122"/>
              </a:rPr>
              <a:t>【</a:t>
            </a:r>
            <a:r>
              <a:rPr lang="zh-CN" altLang="en-US" sz="2400" b="1" dirty="0" smtClean="0">
                <a:solidFill>
                  <a:srgbClr val="00B050"/>
                </a:solidFill>
                <a:latin typeface="微软雅黑" panose="020B0503020204020204" pitchFamily="34" charset="-122"/>
              </a:rPr>
              <a:t>学术资料支持</a:t>
            </a:r>
            <a:r>
              <a:rPr lang="en-US" altLang="zh-CN" sz="2400" b="1" dirty="0" smtClean="0">
                <a:solidFill>
                  <a:srgbClr val="00B050"/>
                </a:solidFill>
                <a:latin typeface="微软雅黑" panose="020B0503020204020204" pitchFamily="34" charset="-122"/>
              </a:rPr>
              <a:t>】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\\cnwhhqfs01.51talk.com\Share\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武汉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SS+CST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公盘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\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学术资料</a:t>
            </a:r>
          </a:p>
          <a:p>
            <a:pPr eaLnBrk="1" hangingPunct="1">
              <a:lnSpc>
                <a:spcPct val="120000"/>
              </a:lnSpc>
            </a:pPr>
            <a:endParaRPr lang="zh-CN" altLang="en-US" sz="2400" b="1" dirty="0">
              <a:solidFill>
                <a:srgbClr val="00B050"/>
              </a:solidFill>
              <a:latin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【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个人提升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】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课程类：员工课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网站：国际音标网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书籍：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找对英语学习方法的第一本书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》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、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做孩子最好的英语学习规划师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》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、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好妈妈胜过好老师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</a:rPr>
              <a:t>》</a:t>
            </a:r>
          </a:p>
        </p:txBody>
      </p:sp>
      <p:sp>
        <p:nvSpPr>
          <p:cNvPr id="10" name="TextBox 18"/>
          <p:cNvSpPr txBox="1"/>
          <p:nvPr/>
        </p:nvSpPr>
        <p:spPr>
          <a:xfrm rot="20235189">
            <a:off x="2518418" y="1958853"/>
            <a:ext cx="6571030" cy="26468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1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就这？</a:t>
            </a:r>
            <a:endParaRPr lang="en-GB" sz="1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82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800" y="-3733800"/>
            <a:ext cx="14325600" cy="143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5290" y="1543868"/>
            <a:ext cx="12192000" cy="1569660"/>
          </a:xfrm>
          <a:prstGeom prst="rect">
            <a:avLst/>
          </a:prstGeom>
          <a:solidFill>
            <a:schemeClr val="bg1">
              <a:alpha val="43137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96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18"/>
          <p:cNvSpPr txBox="1"/>
          <p:nvPr/>
        </p:nvSpPr>
        <p:spPr>
          <a:xfrm>
            <a:off x="2617073" y="2632535"/>
            <a:ext cx="681949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学习地图</a:t>
            </a:r>
            <a:r>
              <a:rPr lang="en-US" altLang="zh-CN" sz="9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chemeClr val="tx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</a:t>
            </a:r>
            <a:endParaRPr lang="en-GB" sz="9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chemeClr val="tx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73626" y="2595580"/>
            <a:ext cx="68194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学习地图</a:t>
            </a:r>
            <a:r>
              <a:rPr lang="en-US" altLang="zh-CN" sz="9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3.0</a:t>
            </a:r>
            <a:endParaRPr lang="en-GB" sz="9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22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7" dur="6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 nodePh="1">
                                  <p:stCondLst>
                                    <p:cond delay="110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4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1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8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157" y="2172456"/>
            <a:ext cx="2000468" cy="821400"/>
          </a:xfrm>
          <a:prstGeom prst="rect">
            <a:avLst/>
          </a:prstGeom>
        </p:spPr>
      </p:pic>
      <p:sp>
        <p:nvSpPr>
          <p:cNvPr id="4" name="TextBox 18"/>
          <p:cNvSpPr txBox="1"/>
          <p:nvPr/>
        </p:nvSpPr>
        <p:spPr>
          <a:xfrm>
            <a:off x="2934466" y="2862819"/>
            <a:ext cx="61093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学习计划解读表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89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2974"/>
            <a:ext cx="12192000" cy="290669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49668"/>
            <a:ext cx="12192000" cy="3208332"/>
          </a:xfrm>
          <a:prstGeom prst="rect">
            <a:avLst/>
          </a:prstGeom>
        </p:spPr>
      </p:pic>
      <p:sp>
        <p:nvSpPr>
          <p:cNvPr id="5" name="TextBox 18"/>
          <p:cNvSpPr txBox="1"/>
          <p:nvPr/>
        </p:nvSpPr>
        <p:spPr>
          <a:xfrm>
            <a:off x="309489" y="0"/>
            <a:ext cx="12051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只有你不敢做的规划</a:t>
            </a:r>
            <a:r>
              <a:rPr lang="en-US" altLang="zh-CN" sz="48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en-US" sz="48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没有做出不来的解读！</a:t>
            </a:r>
            <a:endParaRPr lang="en-GB" sz="48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68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/>
          <p:cNvSpPr txBox="1"/>
          <p:nvPr/>
        </p:nvSpPr>
        <p:spPr>
          <a:xfrm>
            <a:off x="309489" y="126609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课程推荐不知道？看表！</a:t>
            </a:r>
            <a:endParaRPr lang="en-GB" sz="54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26693"/>
          <a:stretch/>
        </p:blipFill>
        <p:spPr>
          <a:xfrm>
            <a:off x="6498538" y="1049939"/>
            <a:ext cx="5372012" cy="51754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89" y="1049939"/>
            <a:ext cx="6189049" cy="3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0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8"/>
          <p:cNvSpPr txBox="1"/>
          <p:nvPr/>
        </p:nvSpPr>
        <p:spPr>
          <a:xfrm>
            <a:off x="1612102" y="2412653"/>
            <a:ext cx="949490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工具都这么给力了！</a:t>
            </a:r>
            <a:endParaRPr lang="en-US" altLang="zh-CN" sz="6600" b="1" dirty="0" smtClean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6600" b="1" dirty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你</a:t>
            </a:r>
            <a:r>
              <a:rPr lang="zh-CN" altLang="en-US" sz="6600" b="1" dirty="0" smtClean="0">
                <a:ln w="22225">
                  <a:solidFill>
                    <a:schemeClr val="tx1">
                      <a:lumMod val="75000"/>
                      <a:alpha val="90000"/>
                    </a:schemeClr>
                  </a:solidFill>
                </a:ln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准备冲手机还是电脑？</a:t>
            </a:r>
            <a:endParaRPr lang="en-GB" sz="6600" b="1" dirty="0">
              <a:ln w="22225">
                <a:solidFill>
                  <a:schemeClr val="tx1">
                    <a:lumMod val="75000"/>
                    <a:alpha val="90000"/>
                  </a:schemeClr>
                </a:solidFill>
              </a:ln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2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61670" y="2925238"/>
            <a:ext cx="70686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 FOR WATCHING</a:t>
            </a:r>
            <a:endParaRPr lang="en-GB" sz="4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310899" y="0"/>
            <a:ext cx="2952250" cy="2588455"/>
            <a:chOff x="7809534" y="9076"/>
            <a:chExt cx="2952250" cy="2588455"/>
          </a:xfrm>
        </p:grpSpPr>
        <p:cxnSp>
          <p:nvCxnSpPr>
            <p:cNvPr id="7" name="Straight Connector 6"/>
            <p:cNvCxnSpPr/>
            <p:nvPr/>
          </p:nvCxnSpPr>
          <p:spPr>
            <a:xfrm flipH="1">
              <a:off x="8173330" y="9076"/>
              <a:ext cx="2588454" cy="2588455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8512918" y="815926"/>
              <a:ext cx="1781603" cy="1781605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7809534" y="694219"/>
              <a:ext cx="1903310" cy="190331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928850" y="4269545"/>
            <a:ext cx="2952250" cy="2588455"/>
            <a:chOff x="3590255" y="2528618"/>
            <a:chExt cx="2952250" cy="2588455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3954051" y="2528618"/>
              <a:ext cx="2588454" cy="2588455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4293639" y="3335468"/>
              <a:ext cx="1781603" cy="1781605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3590255" y="3213761"/>
              <a:ext cx="1903310" cy="190331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477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ustom 20">
      <a:majorFont>
        <a:latin typeface="Roboto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字幕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10227</TotalTime>
  <Words>1496</Words>
  <Application>Microsoft Office PowerPoint</Application>
  <PresentationFormat>宽屏</PresentationFormat>
  <Paragraphs>157</Paragraphs>
  <Slides>33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Roboto</vt:lpstr>
      <vt:lpstr>宋体</vt:lpstr>
      <vt:lpstr>Arial</vt:lpstr>
      <vt:lpstr>Calibri</vt:lpstr>
      <vt:lpstr>Calibri Light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黎晴(leeli02)</cp:lastModifiedBy>
  <cp:revision>61</cp:revision>
  <dcterms:created xsi:type="dcterms:W3CDTF">2015-06-28T07:42:02Z</dcterms:created>
  <dcterms:modified xsi:type="dcterms:W3CDTF">2020-09-03T14:14:32Z</dcterms:modified>
</cp:coreProperties>
</file>